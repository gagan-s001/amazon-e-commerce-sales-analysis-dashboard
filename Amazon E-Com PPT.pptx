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2" r:id="rId4"/>
  </p:sldMasterIdLst>
  <p:notesMasterIdLst>
    <p:notesMasterId r:id="rId23"/>
  </p:notesMasterIdLst>
  <p:handoutMasterIdLst>
    <p:handoutMasterId r:id="rId24"/>
  </p:handoutMasterIdLst>
  <p:sldIdLst>
    <p:sldId id="296" r:id="rId5"/>
    <p:sldId id="295" r:id="rId6"/>
    <p:sldId id="299" r:id="rId7"/>
    <p:sldId id="298" r:id="rId8"/>
    <p:sldId id="319" r:id="rId9"/>
    <p:sldId id="312" r:id="rId10"/>
    <p:sldId id="302" r:id="rId11"/>
    <p:sldId id="315" r:id="rId12"/>
    <p:sldId id="320" r:id="rId13"/>
    <p:sldId id="322" r:id="rId14"/>
    <p:sldId id="323" r:id="rId15"/>
    <p:sldId id="324" r:id="rId16"/>
    <p:sldId id="325" r:id="rId17"/>
    <p:sldId id="329" r:id="rId18"/>
    <p:sldId id="330" r:id="rId19"/>
    <p:sldId id="331" r:id="rId20"/>
    <p:sldId id="328" r:id="rId21"/>
    <p:sldId id="33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26" autoAdjust="0"/>
  </p:normalViewPr>
  <p:slideViewPr>
    <p:cSldViewPr snapToGrid="0">
      <p:cViewPr varScale="1">
        <p:scale>
          <a:sx n="75" d="100"/>
          <a:sy n="75" d="100"/>
        </p:scale>
        <p:origin x="540" y="-24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457BDD2-FD8F-DB97-3B52-B87D6F3C20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9B646F6-9457-BD67-7C83-65FAA5E7510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49A72A-4651-45C7-9E42-35BFFD46D92F}" type="datetimeFigureOut">
              <a:rPr lang="en-US" smtClean="0"/>
              <a:t>11/24/2025</a:t>
            </a:fld>
            <a:endParaRPr lang="en-US" dirty="0"/>
          </a:p>
        </p:txBody>
      </p:sp>
      <p:sp>
        <p:nvSpPr>
          <p:cNvPr id="4" name="Footer Placeholder 3">
            <a:extLst>
              <a:ext uri="{FF2B5EF4-FFF2-40B4-BE49-F238E27FC236}">
                <a16:creationId xmlns:a16="http://schemas.microsoft.com/office/drawing/2014/main" id="{12D0DE2B-367D-0F52-FAA8-3ACF1E4EAA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8C8EAA-C094-412A-F8A7-2165B600C3F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9D88172-A614-444B-9E98-71B10C8CDE5C}" type="slidenum">
              <a:rPr lang="en-US" smtClean="0"/>
              <a:t>‹#›</a:t>
            </a:fld>
            <a:endParaRPr lang="en-US" dirty="0"/>
          </a:p>
        </p:txBody>
      </p:sp>
    </p:spTree>
    <p:extLst>
      <p:ext uri="{BB962C8B-B14F-4D97-AF65-F5344CB8AC3E}">
        <p14:creationId xmlns:p14="http://schemas.microsoft.com/office/powerpoint/2010/main" val="18055805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849352-39CB-486C-AEA5-5D17795DD0C7}" type="datetimeFigureOut">
              <a:rPr lang="en-US" smtClean="0"/>
              <a:t>11/24/2025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0E6F85-6220-421D-9203-84F526C4C605}" type="slidenum">
              <a:rPr lang="en-US" smtClean="0"/>
              <a:t>‹#›</a:t>
            </a:fld>
            <a:endParaRPr lang="en-US" dirty="0"/>
          </a:p>
        </p:txBody>
      </p:sp>
    </p:spTree>
    <p:extLst>
      <p:ext uri="{BB962C8B-B14F-4D97-AF65-F5344CB8AC3E}">
        <p14:creationId xmlns:p14="http://schemas.microsoft.com/office/powerpoint/2010/main" val="2510255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0E6F85-6220-421D-9203-84F526C4C605}" type="slidenum">
              <a:rPr lang="en-US" smtClean="0"/>
              <a:t>1</a:t>
            </a:fld>
            <a:endParaRPr lang="en-US" dirty="0"/>
          </a:p>
        </p:txBody>
      </p:sp>
    </p:spTree>
    <p:extLst>
      <p:ext uri="{BB962C8B-B14F-4D97-AF65-F5344CB8AC3E}">
        <p14:creationId xmlns:p14="http://schemas.microsoft.com/office/powerpoint/2010/main" val="1623119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0E6F85-6220-421D-9203-84F526C4C605}" type="slidenum">
              <a:rPr lang="en-US" smtClean="0"/>
              <a:t>3</a:t>
            </a:fld>
            <a:endParaRPr lang="en-US" dirty="0"/>
          </a:p>
        </p:txBody>
      </p:sp>
    </p:spTree>
    <p:extLst>
      <p:ext uri="{BB962C8B-B14F-4D97-AF65-F5344CB8AC3E}">
        <p14:creationId xmlns:p14="http://schemas.microsoft.com/office/powerpoint/2010/main" val="3293445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0E6F85-6220-421D-9203-84F526C4C605}" type="slidenum">
              <a:rPr lang="en-US" smtClean="0"/>
              <a:t>14</a:t>
            </a:fld>
            <a:endParaRPr lang="en-US" dirty="0"/>
          </a:p>
        </p:txBody>
      </p:sp>
    </p:spTree>
    <p:extLst>
      <p:ext uri="{BB962C8B-B14F-4D97-AF65-F5344CB8AC3E}">
        <p14:creationId xmlns:p14="http://schemas.microsoft.com/office/powerpoint/2010/main" val="120007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0E6F85-6220-421D-9203-84F526C4C605}" type="slidenum">
              <a:rPr lang="en-US" smtClean="0"/>
              <a:t>15</a:t>
            </a:fld>
            <a:endParaRPr lang="en-US" dirty="0"/>
          </a:p>
        </p:txBody>
      </p:sp>
    </p:spTree>
    <p:extLst>
      <p:ext uri="{BB962C8B-B14F-4D97-AF65-F5344CB8AC3E}">
        <p14:creationId xmlns:p14="http://schemas.microsoft.com/office/powerpoint/2010/main" val="2015929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0E6F85-6220-421D-9203-84F526C4C605}" type="slidenum">
              <a:rPr lang="en-US" smtClean="0"/>
              <a:t>16</a:t>
            </a:fld>
            <a:endParaRPr lang="en-US" dirty="0"/>
          </a:p>
        </p:txBody>
      </p:sp>
    </p:spTree>
    <p:extLst>
      <p:ext uri="{BB962C8B-B14F-4D97-AF65-F5344CB8AC3E}">
        <p14:creationId xmlns:p14="http://schemas.microsoft.com/office/powerpoint/2010/main" val="566528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373219343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78347117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121109306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1734442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90911800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338016640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314148541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352833033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194396397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238518892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370232809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C01389E6-C847-4AD0-B56D-D205B2EAB1EE}" type="slidenum">
              <a:rPr lang="en-US" smtClean="0"/>
              <a:pPr/>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6393785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340422996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97383798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416736939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152689414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C01389E6-C847-4AD0-B56D-D205B2EAB1EE}" type="slidenum">
              <a:rPr lang="en-US" smtClean="0"/>
              <a:pPr/>
              <a:t>‹#›</a:t>
            </a:fld>
            <a:endParaRPr lang="en-US" dirty="0"/>
          </a:p>
        </p:txBody>
      </p:sp>
    </p:spTree>
    <p:extLst>
      <p:ext uri="{BB962C8B-B14F-4D97-AF65-F5344CB8AC3E}">
        <p14:creationId xmlns:p14="http://schemas.microsoft.com/office/powerpoint/2010/main" val="334414792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1">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8121AD-8518-1695-111E-C8CFF8A3D0D4}"/>
              </a:ext>
              <a:ext uri="{C183D7F6-B498-43B3-948B-1728B52AA6E4}">
                <adec:decorative xmlns:adec="http://schemas.microsoft.com/office/drawing/2017/decorative" val="1"/>
              </a:ext>
            </a:extLst>
          </p:cNvPr>
          <p:cNvGrpSpPr/>
          <p:nvPr userDrawn="1"/>
        </p:nvGrpSpPr>
        <p:grpSpPr>
          <a:xfrm>
            <a:off x="-4" y="0"/>
            <a:ext cx="12192004" cy="6858000"/>
            <a:chOff x="-4" y="0"/>
            <a:chExt cx="12192004" cy="6858000"/>
          </a:xfrm>
        </p:grpSpPr>
        <p:sp useBgFill="1">
          <p:nvSpPr>
            <p:cNvPr id="15" name="Rectangle 14">
              <a:extLst>
                <a:ext uri="{FF2B5EF4-FFF2-40B4-BE49-F238E27FC236}">
                  <a16:creationId xmlns:a16="http://schemas.microsoft.com/office/drawing/2014/main" id="{52728D19-281F-4946-9684-65A557653DDA}"/>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412D4F2-D8CF-48D7-8E93-9342D2AE3950}"/>
                </a:ext>
              </a:extLst>
            </p:cNvPr>
            <p:cNvSpPr/>
            <p:nvPr userDrawn="1"/>
          </p:nvSpPr>
          <p:spPr>
            <a:xfrm rot="10800000" flipH="1">
              <a:off x="0" y="0"/>
              <a:ext cx="12191999" cy="6858000"/>
            </a:xfrm>
            <a:prstGeom prst="rect">
              <a:avLst/>
            </a:prstGeom>
            <a:gradFill>
              <a:gsLst>
                <a:gs pos="0">
                  <a:schemeClr val="accent5">
                    <a:alpha val="75000"/>
                  </a:schemeClr>
                </a:gs>
                <a:gs pos="100000">
                  <a:schemeClr val="tx2">
                    <a:lumMod val="50000"/>
                    <a:lumOff val="50000"/>
                    <a:alpha val="48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81071F9-5F9E-43AF-B1F9-8F94CCA0D1D0}"/>
                </a:ext>
              </a:extLst>
            </p:cNvPr>
            <p:cNvSpPr/>
            <p:nvPr userDrawn="1"/>
          </p:nvSpPr>
          <p:spPr>
            <a:xfrm rot="10800000">
              <a:off x="-4" y="456773"/>
              <a:ext cx="12191999" cy="6400800"/>
            </a:xfrm>
            <a:prstGeom prst="rect">
              <a:avLst/>
            </a:prstGeom>
            <a:gradFill>
              <a:gsLst>
                <a:gs pos="0">
                  <a:schemeClr val="accent5">
                    <a:alpha val="37000"/>
                  </a:schemeClr>
                </a:gs>
                <a:gs pos="92000">
                  <a:schemeClr val="accent2">
                    <a:alpha val="7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954D1A4-E8FD-4E5A-A528-35498A356680}"/>
                </a:ext>
              </a:extLst>
            </p:cNvPr>
            <p:cNvSpPr/>
            <p:nvPr userDrawn="1"/>
          </p:nvSpPr>
          <p:spPr>
            <a:xfrm rot="10800000" flipH="1">
              <a:off x="-2" y="0"/>
              <a:ext cx="6096001" cy="6858000"/>
            </a:xfrm>
            <a:prstGeom prst="rect">
              <a:avLst/>
            </a:prstGeom>
            <a:gradFill>
              <a:gsLst>
                <a:gs pos="13000">
                  <a:schemeClr val="accent2">
                    <a:alpha val="61000"/>
                  </a:schemeClr>
                </a:gs>
                <a:gs pos="99000">
                  <a:schemeClr val="accent4"/>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dirty="0"/>
            </a:p>
          </p:txBody>
        </p:sp>
        <p:sp>
          <p:nvSpPr>
            <p:cNvPr id="20" name="Freeform: Shape 19">
              <a:extLst>
                <a:ext uri="{FF2B5EF4-FFF2-40B4-BE49-F238E27FC236}">
                  <a16:creationId xmlns:a16="http://schemas.microsoft.com/office/drawing/2014/main" id="{230DFABF-2A96-46EC-8C35-1C4A9D0A0739}"/>
                </a:ext>
              </a:extLst>
            </p:cNvPr>
            <p:cNvSpPr>
              <a:spLocks noChangeAspect="1"/>
            </p:cNvSpPr>
            <p:nvPr userDrawn="1"/>
          </p:nvSpPr>
          <p:spPr>
            <a:xfrm rot="16200000" flipH="1">
              <a:off x="3489960" y="822961"/>
              <a:ext cx="5212080" cy="5212080"/>
            </a:xfrm>
            <a:prstGeom prst="ellipse">
              <a:avLst/>
            </a:prstGeom>
            <a:gradFill flip="none" rotWithShape="1">
              <a:gsLst>
                <a:gs pos="7000">
                  <a:schemeClr val="accent4">
                    <a:lumMod val="60000"/>
                    <a:lumOff val="40000"/>
                    <a:alpha val="3000"/>
                  </a:schemeClr>
                </a:gs>
                <a:gs pos="100000">
                  <a:schemeClr val="bg1">
                    <a:alpha val="1600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 name="Freeform: Shape 19">
            <a:extLst>
              <a:ext uri="{FF2B5EF4-FFF2-40B4-BE49-F238E27FC236}">
                <a16:creationId xmlns:a16="http://schemas.microsoft.com/office/drawing/2014/main" id="{9829D3BA-2CE1-52FA-09B7-96BDEAF530CE}"/>
              </a:ext>
              <a:ext uri="{C183D7F6-B498-43B3-948B-1728B52AA6E4}">
                <adec:decorative xmlns:adec="http://schemas.microsoft.com/office/drawing/2017/decorative" val="1"/>
              </a:ext>
            </a:extLst>
          </p:cNvPr>
          <p:cNvSpPr>
            <a:spLocks noChangeAspect="1"/>
          </p:cNvSpPr>
          <p:nvPr userDrawn="1"/>
        </p:nvSpPr>
        <p:spPr>
          <a:xfrm>
            <a:off x="3124200" y="459028"/>
            <a:ext cx="5943600" cy="5939944"/>
          </a:xfrm>
          <a:prstGeom prst="ellipse">
            <a:avLst/>
          </a:prstGeom>
          <a:gradFill flip="none" rotWithShape="1">
            <a:gsLst>
              <a:gs pos="7000">
                <a:schemeClr val="accent5">
                  <a:alpha val="30000"/>
                </a:schemeClr>
              </a:gs>
              <a:gs pos="100000">
                <a:schemeClr val="accent3">
                  <a:alpha val="2000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55BA1B2-362C-9BE1-25F7-1E3A86E2667F}"/>
              </a:ext>
            </a:extLst>
          </p:cNvPr>
          <p:cNvSpPr>
            <a:spLocks noGrp="1"/>
          </p:cNvSpPr>
          <p:nvPr>
            <p:ph type="title" hasCustomPrompt="1"/>
          </p:nvPr>
        </p:nvSpPr>
        <p:spPr>
          <a:xfrm>
            <a:off x="975360" y="1731702"/>
            <a:ext cx="10241280" cy="3394596"/>
          </a:xfrm>
        </p:spPr>
        <p:txBody>
          <a:bodyPr anchor="ctr" anchorCtr="0"/>
          <a:lstStyle>
            <a:lvl1pPr algn="ctr">
              <a:defRPr baseline="0"/>
            </a:lvl1pPr>
          </a:lstStyle>
          <a:p>
            <a:r>
              <a:rPr lang="en-US" dirty="0"/>
              <a:t>Click to add title</a:t>
            </a:r>
          </a:p>
        </p:txBody>
      </p:sp>
      <p:sp>
        <p:nvSpPr>
          <p:cNvPr id="3" name="Rectangle 2">
            <a:extLst>
              <a:ext uri="{FF2B5EF4-FFF2-40B4-BE49-F238E27FC236}">
                <a16:creationId xmlns:a16="http://schemas.microsoft.com/office/drawing/2014/main" id="{4253DD31-8C23-CEA0-7016-E263E3AE4D48}"/>
              </a:ext>
              <a:ext uri="{C183D7F6-B498-43B3-948B-1728B52AA6E4}">
                <adec:decorative xmlns:adec="http://schemas.microsoft.com/office/drawing/2017/decorative" val="1"/>
              </a:ext>
            </a:extLst>
          </p:cNvPr>
          <p:cNvSpPr/>
          <p:nvPr userDrawn="1"/>
        </p:nvSpPr>
        <p:spPr>
          <a:xfrm>
            <a:off x="1" y="6401228"/>
            <a:ext cx="12192000" cy="456772"/>
          </a:xfrm>
          <a:prstGeom prst="rect">
            <a:avLst/>
          </a:prstGeom>
          <a:gradFill>
            <a:gsLst>
              <a:gs pos="0">
                <a:schemeClr val="accent5">
                  <a:alpha val="75000"/>
                </a:schemeClr>
              </a:gs>
              <a:gs pos="100000">
                <a:schemeClr val="tx2">
                  <a:lumMod val="50000"/>
                  <a:lumOff val="50000"/>
                  <a:alpha val="48000"/>
                </a:schemeClr>
              </a:gs>
            </a:gsLst>
            <a:lin ang="13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805521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2">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306F3896-19D4-4232-82CE-6C81979F6FE1}"/>
              </a:ext>
              <a:ext uri="{C183D7F6-B498-43B3-948B-1728B52AA6E4}">
                <adec:decorative xmlns:adec="http://schemas.microsoft.com/office/drawing/2017/decorative" val="1"/>
              </a:ext>
            </a:extLst>
          </p:cNvPr>
          <p:cNvGrpSpPr/>
          <p:nvPr userDrawn="1"/>
        </p:nvGrpSpPr>
        <p:grpSpPr>
          <a:xfrm>
            <a:off x="0" y="6409177"/>
            <a:ext cx="12192000" cy="456774"/>
            <a:chOff x="0" y="6401226"/>
            <a:chExt cx="12192000" cy="456774"/>
          </a:xfrm>
        </p:grpSpPr>
        <p:sp>
          <p:nvSpPr>
            <p:cNvPr id="44" name="Rectangle 43">
              <a:extLst>
                <a:ext uri="{FF2B5EF4-FFF2-40B4-BE49-F238E27FC236}">
                  <a16:creationId xmlns:a16="http://schemas.microsoft.com/office/drawing/2014/main" id="{191D0E40-FF26-4842-B967-3FA07E78DC55}"/>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7BE4E0C1-B316-4C88-9FF8-5BA9F1C67DCE}"/>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8" name="Rectangle 37">
            <a:extLst>
              <a:ext uri="{FF2B5EF4-FFF2-40B4-BE49-F238E27FC236}">
                <a16:creationId xmlns:a16="http://schemas.microsoft.com/office/drawing/2014/main" id="{6F7B3B56-B1E0-482A-BCB7-F6DFF267F460}"/>
              </a:ext>
              <a:ext uri="{C183D7F6-B498-43B3-948B-1728B52AA6E4}">
                <adec:decorative xmlns:adec="http://schemas.microsoft.com/office/drawing/2017/decorative" val="1"/>
              </a:ext>
            </a:extLst>
          </p:cNvPr>
          <p:cNvSpPr/>
          <p:nvPr userDrawn="1"/>
        </p:nvSpPr>
        <p:spPr>
          <a:xfrm rot="16200000" flipH="1">
            <a:off x="-152400" y="161109"/>
            <a:ext cx="6400800" cy="6094466"/>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1966FDA2-772B-4D2A-AB6A-EE70A258E8F2}"/>
              </a:ext>
              <a:ext uri="{C183D7F6-B498-43B3-948B-1728B52AA6E4}">
                <adec:decorative xmlns:adec="http://schemas.microsoft.com/office/drawing/2017/decorative" val="1"/>
              </a:ext>
            </a:extLst>
          </p:cNvPr>
          <p:cNvSpPr/>
          <p:nvPr userDrawn="1"/>
        </p:nvSpPr>
        <p:spPr>
          <a:xfrm rot="16200000" flipH="1">
            <a:off x="2071713" y="2385989"/>
            <a:ext cx="1951041" cy="6094468"/>
          </a:xfrm>
          <a:prstGeom prst="rect">
            <a:avLst/>
          </a:prstGeom>
          <a:gradFill>
            <a:gsLst>
              <a:gs pos="0">
                <a:schemeClr val="accent5">
                  <a:lumMod val="60000"/>
                  <a:lumOff val="40000"/>
                  <a:alpha val="0"/>
                </a:schemeClr>
              </a:gs>
              <a:gs pos="9900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113291B3-B6EE-40A3-8DD7-FA478AD26ED6}"/>
              </a:ext>
              <a:ext uri="{C183D7F6-B498-43B3-948B-1728B52AA6E4}">
                <adec:decorative xmlns:adec="http://schemas.microsoft.com/office/drawing/2017/decorative" val="1"/>
              </a:ext>
            </a:extLst>
          </p:cNvPr>
          <p:cNvSpPr/>
          <p:nvPr userDrawn="1"/>
        </p:nvSpPr>
        <p:spPr>
          <a:xfrm rot="20635413">
            <a:off x="1810016" y="1721821"/>
            <a:ext cx="3900087" cy="4178958"/>
          </a:xfrm>
          <a:custGeom>
            <a:avLst/>
            <a:gdLst>
              <a:gd name="connsiteX0" fmla="*/ 2431955 w 3900087"/>
              <a:gd name="connsiteY0" fmla="*/ 93939 h 4178958"/>
              <a:gd name="connsiteX1" fmla="*/ 3900087 w 3900087"/>
              <a:gd name="connsiteY1" fmla="*/ 2089479 h 4178958"/>
              <a:gd name="connsiteX2" fmla="*/ 1810608 w 3900087"/>
              <a:gd name="connsiteY2" fmla="*/ 4178958 h 4178958"/>
              <a:gd name="connsiteX3" fmla="*/ 77979 w 3900087"/>
              <a:gd name="connsiteY3" fmla="*/ 3257727 h 4178958"/>
              <a:gd name="connsiteX4" fmla="*/ 0 w 3900087"/>
              <a:gd name="connsiteY4" fmla="*/ 3129368 h 4178958"/>
              <a:gd name="connsiteX5" fmla="*/ 831517 w 3900087"/>
              <a:gd name="connsiteY5" fmla="*/ 244058 h 4178958"/>
              <a:gd name="connsiteX6" fmla="*/ 997289 w 3900087"/>
              <a:gd name="connsiteY6" fmla="*/ 164202 h 4178958"/>
              <a:gd name="connsiteX7" fmla="*/ 1810608 w 3900087"/>
              <a:gd name="connsiteY7" fmla="*/ 0 h 4178958"/>
              <a:gd name="connsiteX8" fmla="*/ 2431955 w 390008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087" h="4178958">
                <a:moveTo>
                  <a:pt x="2431955" y="93939"/>
                </a:moveTo>
                <a:cubicBezTo>
                  <a:pt x="3282516" y="358491"/>
                  <a:pt x="3900087" y="1151865"/>
                  <a:pt x="3900087" y="2089479"/>
                </a:cubicBezTo>
                <a:cubicBezTo>
                  <a:pt x="3900087" y="3243466"/>
                  <a:pt x="2964595" y="4178958"/>
                  <a:pt x="1810608" y="4178958"/>
                </a:cubicBezTo>
                <a:cubicBezTo>
                  <a:pt x="1089366" y="4178958"/>
                  <a:pt x="453474" y="3813531"/>
                  <a:pt x="77979" y="3257727"/>
                </a:cubicBezTo>
                <a:lnTo>
                  <a:pt x="0" y="3129368"/>
                </a:lnTo>
                <a:lnTo>
                  <a:pt x="831517" y="244058"/>
                </a:lnTo>
                <a:lnTo>
                  <a:pt x="997289" y="164202"/>
                </a:lnTo>
                <a:cubicBezTo>
                  <a:pt x="1247270" y="58468"/>
                  <a:pt x="1522111" y="0"/>
                  <a:pt x="1810608" y="0"/>
                </a:cubicBezTo>
                <a:cubicBezTo>
                  <a:pt x="2026981" y="0"/>
                  <a:pt x="2235672" y="32888"/>
                  <a:pt x="2431955" y="93939"/>
                </a:cubicBezTo>
                <a:close/>
              </a:path>
            </a:pathLst>
          </a:custGeom>
          <a:gradFill>
            <a:gsLst>
              <a:gs pos="34000">
                <a:schemeClr val="bg1">
                  <a:alpha val="0"/>
                </a:schemeClr>
              </a:gs>
              <a:gs pos="100000">
                <a:schemeClr val="accent6">
                  <a:alpha val="35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CD997F7F-035E-456B-A91D-449104462481}"/>
              </a:ext>
              <a:ext uri="{C183D7F6-B498-43B3-948B-1728B52AA6E4}">
                <adec:decorative xmlns:adec="http://schemas.microsoft.com/office/drawing/2017/decorative" val="1"/>
              </a:ext>
            </a:extLst>
          </p:cNvPr>
          <p:cNvSpPr/>
          <p:nvPr userDrawn="1"/>
        </p:nvSpPr>
        <p:spPr>
          <a:xfrm rot="5400000" flipH="1">
            <a:off x="1075528" y="-614277"/>
            <a:ext cx="4400609" cy="5637268"/>
          </a:xfrm>
          <a:prstGeom prst="rect">
            <a:avLst/>
          </a:prstGeom>
          <a:gradFill>
            <a:gsLst>
              <a:gs pos="0">
                <a:schemeClr val="accent5">
                  <a:alpha val="29000"/>
                </a:schemeClr>
              </a:gs>
              <a:gs pos="100000">
                <a:schemeClr val="accent4">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7">
            <a:extLst>
              <a:ext uri="{FF2B5EF4-FFF2-40B4-BE49-F238E27FC236}">
                <a16:creationId xmlns:a16="http://schemas.microsoft.com/office/drawing/2014/main" id="{ED625ADC-8F5C-4D24-FB31-E0A0566E6A9B}"/>
              </a:ext>
              <a:ext uri="{C183D7F6-B498-43B3-948B-1728B52AA6E4}">
                <adec:decorative xmlns:adec="http://schemas.microsoft.com/office/drawing/2017/decorative" val="1"/>
              </a:ext>
            </a:extLst>
          </p:cNvPr>
          <p:cNvSpPr/>
          <p:nvPr userDrawn="1"/>
        </p:nvSpPr>
        <p:spPr>
          <a:xfrm rot="16200000" flipH="1">
            <a:off x="6314338" y="572611"/>
            <a:ext cx="5676110" cy="5167469"/>
          </a:xfrm>
          <a:custGeom>
            <a:avLst/>
            <a:gdLst>
              <a:gd name="connsiteX0" fmla="*/ 2370046 w 5676110"/>
              <a:gd name="connsiteY0" fmla="*/ 0 h 5167469"/>
              <a:gd name="connsiteX1" fmla="*/ 2370046 w 5676110"/>
              <a:gd name="connsiteY1" fmla="*/ 5165927 h 5167469"/>
              <a:gd name="connsiteX2" fmla="*/ 5676110 w 5676110"/>
              <a:gd name="connsiteY2" fmla="*/ 5165927 h 5167469"/>
              <a:gd name="connsiteX3" fmla="*/ 5676110 w 5676110"/>
              <a:gd name="connsiteY3" fmla="*/ 0 h 5167469"/>
              <a:gd name="connsiteX4" fmla="*/ 0 w 5676110"/>
              <a:gd name="connsiteY4" fmla="*/ 2584289 h 5167469"/>
              <a:gd name="connsiteX5" fmla="*/ 2273104 w 5676110"/>
              <a:gd name="connsiteY5" fmla="*/ 5162459 h 5167469"/>
              <a:gd name="connsiteX6" fmla="*/ 2370044 w 5676110"/>
              <a:gd name="connsiteY6" fmla="*/ 5167469 h 5167469"/>
              <a:gd name="connsiteX7" fmla="*/ 2370043 w 5676110"/>
              <a:gd name="connsiteY7" fmla="*/ 1109 h 5167469"/>
              <a:gd name="connsiteX8" fmla="*/ 2273104 w 5676110"/>
              <a:gd name="connsiteY8" fmla="*/ 6119 h 5167469"/>
              <a:gd name="connsiteX9" fmla="*/ 0 w 5676110"/>
              <a:gd name="connsiteY9" fmla="*/ 2584289 h 5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76110" h="5167469">
                <a:moveTo>
                  <a:pt x="2370046" y="0"/>
                </a:moveTo>
                <a:lnTo>
                  <a:pt x="2370046" y="5165927"/>
                </a:lnTo>
                <a:lnTo>
                  <a:pt x="5676110" y="5165927"/>
                </a:lnTo>
                <a:lnTo>
                  <a:pt x="5676110" y="0"/>
                </a:lnTo>
                <a:close/>
                <a:moveTo>
                  <a:pt x="0" y="2584289"/>
                </a:moveTo>
                <a:cubicBezTo>
                  <a:pt x="0" y="3926109"/>
                  <a:pt x="996335" y="5029746"/>
                  <a:pt x="2273104" y="5162459"/>
                </a:cubicBezTo>
                <a:lnTo>
                  <a:pt x="2370044" y="5167469"/>
                </a:lnTo>
                <a:lnTo>
                  <a:pt x="2370043" y="1109"/>
                </a:lnTo>
                <a:lnTo>
                  <a:pt x="2273104" y="6119"/>
                </a:lnTo>
                <a:cubicBezTo>
                  <a:pt x="996335" y="138833"/>
                  <a:pt x="0" y="1242470"/>
                  <a:pt x="0" y="2584289"/>
                </a:cubicBezTo>
                <a:close/>
              </a:path>
            </a:pathLst>
          </a:custGeom>
          <a:gradFill flip="none" rotWithShape="1">
            <a:gsLst>
              <a:gs pos="7000">
                <a:schemeClr val="accent2"/>
              </a:gs>
              <a:gs pos="26000">
                <a:srgbClr val="C95A84"/>
              </a:gs>
              <a:gs pos="65000">
                <a:schemeClr val="accent6"/>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C4BB0C4-4982-9534-E355-6F700CA613BC}"/>
              </a:ext>
            </a:extLst>
          </p:cNvPr>
          <p:cNvSpPr>
            <a:spLocks noGrp="1"/>
          </p:cNvSpPr>
          <p:nvPr>
            <p:ph type="title"/>
          </p:nvPr>
        </p:nvSpPr>
        <p:spPr>
          <a:xfrm>
            <a:off x="626165" y="189782"/>
            <a:ext cx="5219086" cy="3830130"/>
          </a:xfrm>
        </p:spPr>
        <p:txBody>
          <a:bodyPr/>
          <a:lstStyle>
            <a:lvl1pPr>
              <a:defRPr/>
            </a:lvl1pPr>
          </a:lstStyle>
          <a:p>
            <a:r>
              <a:rPr lang="en-US"/>
              <a:t>Click to edit Master title style</a:t>
            </a:r>
            <a:endParaRPr lang="en-US" dirty="0"/>
          </a:p>
        </p:txBody>
      </p:sp>
      <p:sp>
        <p:nvSpPr>
          <p:cNvPr id="30" name="Footer Placeholder 4">
            <a:extLst>
              <a:ext uri="{FF2B5EF4-FFF2-40B4-BE49-F238E27FC236}">
                <a16:creationId xmlns:a16="http://schemas.microsoft.com/office/drawing/2014/main" id="{43D0BC76-B58B-4508-A4FF-DC3D3ADB54CE}"/>
              </a:ext>
            </a:extLst>
          </p:cNvPr>
          <p:cNvSpPr>
            <a:spLocks noGrp="1"/>
          </p:cNvSpPr>
          <p:nvPr>
            <p:ph type="ftr" sz="quarter" idx="11"/>
          </p:nvPr>
        </p:nvSpPr>
        <p:spPr>
          <a:xfrm rot="5400000">
            <a:off x="-1739649" y="1823065"/>
            <a:ext cx="3936495" cy="457200"/>
          </a:xfrm>
        </p:spPr>
        <p:txBody>
          <a:bodyPr/>
          <a:lstStyle>
            <a:lvl1pPr>
              <a:defRPr>
                <a:solidFill>
                  <a:schemeClr val="bg1"/>
                </a:solidFill>
              </a:defRPr>
            </a:lvl1pPr>
          </a:lstStyle>
          <a:p>
            <a:r>
              <a:rPr lang="en-US" dirty="0"/>
              <a:t>Presentation Title</a:t>
            </a:r>
          </a:p>
        </p:txBody>
      </p:sp>
      <p:sp>
        <p:nvSpPr>
          <p:cNvPr id="3" name="Content Placeholder 2">
            <a:extLst>
              <a:ext uri="{FF2B5EF4-FFF2-40B4-BE49-F238E27FC236}">
                <a16:creationId xmlns:a16="http://schemas.microsoft.com/office/drawing/2014/main" id="{50A73B76-2F23-43F4-BD43-914BAEE88CF6}"/>
              </a:ext>
            </a:extLst>
          </p:cNvPr>
          <p:cNvSpPr>
            <a:spLocks noGrp="1"/>
          </p:cNvSpPr>
          <p:nvPr>
            <p:ph sz="quarter" idx="16" hasCustomPrompt="1"/>
          </p:nvPr>
        </p:nvSpPr>
        <p:spPr>
          <a:xfrm>
            <a:off x="6887059" y="2009950"/>
            <a:ext cx="4529559" cy="3725411"/>
          </a:xfrm>
        </p:spPr>
        <p:txBody>
          <a:bodyPr anchor="ctr">
            <a:normAutofit/>
          </a:bodyPr>
          <a:lstStyle>
            <a:lvl1pPr marL="457200" indent="-228600" algn="l">
              <a:buFont typeface="Arial" panose="020B0604020202020204" pitchFamily="34" charset="0"/>
              <a:buChar char="•"/>
              <a:defRPr sz="2000">
                <a:solidFill>
                  <a:schemeClr val="tx1"/>
                </a:solidFill>
              </a:defRPr>
            </a:lvl1pPr>
            <a:lvl2pPr marL="800100" indent="-342900">
              <a:buFont typeface="Arial" panose="020B0604020202020204" pitchFamily="34" charset="0"/>
              <a:buChar char="•"/>
              <a:defRPr/>
            </a:lvl2pPr>
            <a:lvl3pPr marL="1200150" indent="-285750">
              <a:buFont typeface="Arial" panose="020B0604020202020204" pitchFamily="34" charset="0"/>
              <a:buChar char="•"/>
              <a:defRPr/>
            </a:lvl3pPr>
            <a:lvl4pPr marL="1657350" indent="-285750">
              <a:buFont typeface="Arial" panose="020B0604020202020204" pitchFamily="34" charset="0"/>
              <a:buChar char="•"/>
              <a:defRPr/>
            </a:lvl4pPr>
            <a:lvl5pPr marL="2114550" indent="-2857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Date Placeholder 3">
            <a:extLst>
              <a:ext uri="{FF2B5EF4-FFF2-40B4-BE49-F238E27FC236}">
                <a16:creationId xmlns:a16="http://schemas.microsoft.com/office/drawing/2014/main" id="{B0C91521-9FA7-4A68-9C94-30DAE875F3AF}"/>
              </a:ext>
            </a:extLst>
          </p:cNvPr>
          <p:cNvSpPr>
            <a:spLocks noGrp="1"/>
          </p:cNvSpPr>
          <p:nvPr>
            <p:ph type="dt" sz="half" idx="10"/>
          </p:nvPr>
        </p:nvSpPr>
        <p:spPr>
          <a:xfrm>
            <a:off x="7910111" y="6409170"/>
            <a:ext cx="3702392" cy="448830"/>
          </a:xfrm>
        </p:spPr>
        <p:txBody>
          <a:bodyPr/>
          <a:lstStyle>
            <a:lvl1pPr>
              <a:defRPr>
                <a:solidFill>
                  <a:schemeClr val="bg1"/>
                </a:solidFill>
              </a:defRPr>
            </a:lvl1pPr>
          </a:lstStyle>
          <a:p>
            <a:r>
              <a:rPr lang="en-US"/>
              <a:t>20XX</a:t>
            </a:r>
            <a:endParaRPr lang="en-US" dirty="0"/>
          </a:p>
        </p:txBody>
      </p:sp>
      <p:sp>
        <p:nvSpPr>
          <p:cNvPr id="36" name="Slide Number Placeholder 5">
            <a:extLst>
              <a:ext uri="{FF2B5EF4-FFF2-40B4-BE49-F238E27FC236}">
                <a16:creationId xmlns:a16="http://schemas.microsoft.com/office/drawing/2014/main" id="{43143B3C-F960-42CF-BBA0-4990E987477B}"/>
              </a:ext>
            </a:extLst>
          </p:cNvPr>
          <p:cNvSpPr>
            <a:spLocks noGrp="1"/>
          </p:cNvSpPr>
          <p:nvPr>
            <p:ph type="sldNum" sz="quarter" idx="12"/>
          </p:nvPr>
        </p:nvSpPr>
        <p:spPr>
          <a:xfrm>
            <a:off x="11669678" y="6408742"/>
            <a:ext cx="438652" cy="448830"/>
          </a:xfrm>
        </p:spPr>
        <p:txBody>
          <a:bodyPr/>
          <a:lstStyle>
            <a:lvl1pPr>
              <a:defRPr>
                <a:solidFill>
                  <a:schemeClr val="bg1"/>
                </a:solidFill>
              </a:defRPr>
            </a:lvl1pPr>
          </a:lstStyle>
          <a:p>
            <a:fld id="{39A857F5-96C8-461D-A78C-38E92FE1C522}" type="slidenum">
              <a:rPr lang="en-US" smtClean="0"/>
              <a:pPr/>
              <a:t>‹#›</a:t>
            </a:fld>
            <a:endParaRPr lang="en-US" dirty="0"/>
          </a:p>
        </p:txBody>
      </p:sp>
    </p:spTree>
    <p:extLst>
      <p:ext uri="{BB962C8B-B14F-4D97-AF65-F5344CB8AC3E}">
        <p14:creationId xmlns:p14="http://schemas.microsoft.com/office/powerpoint/2010/main" val="16140701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2">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8E402A4-F264-4871-DFF1-9A34F1F199C2}"/>
              </a:ext>
              <a:ext uri="{C183D7F6-B498-43B3-948B-1728B52AA6E4}">
                <adec:decorative xmlns:adec="http://schemas.microsoft.com/office/drawing/2017/decorative" val="1"/>
              </a:ext>
            </a:extLst>
          </p:cNvPr>
          <p:cNvGrpSpPr/>
          <p:nvPr userDrawn="1"/>
        </p:nvGrpSpPr>
        <p:grpSpPr>
          <a:xfrm>
            <a:off x="-30482" y="0"/>
            <a:ext cx="12252955" cy="6858000"/>
            <a:chOff x="-30482" y="0"/>
            <a:chExt cx="12252955" cy="6858000"/>
          </a:xfrm>
        </p:grpSpPr>
        <p:sp useBgFill="1">
          <p:nvSpPr>
            <p:cNvPr id="15" name="Rectangle 14">
              <a:extLst>
                <a:ext uri="{FF2B5EF4-FFF2-40B4-BE49-F238E27FC236}">
                  <a16:creationId xmlns:a16="http://schemas.microsoft.com/office/drawing/2014/main" id="{52728D19-281F-4946-9684-65A557653DDA}"/>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412D4F2-D8CF-48D7-8E93-9342D2AE3950}"/>
                </a:ext>
              </a:extLst>
            </p:cNvPr>
            <p:cNvSpPr/>
            <p:nvPr userDrawn="1"/>
          </p:nvSpPr>
          <p:spPr>
            <a:xfrm rot="10800000" flipH="1">
              <a:off x="-4250" y="0"/>
              <a:ext cx="12191999" cy="6858000"/>
            </a:xfrm>
            <a:prstGeom prst="rect">
              <a:avLst/>
            </a:prstGeom>
            <a:gradFill>
              <a:gsLst>
                <a:gs pos="0">
                  <a:schemeClr val="accent5">
                    <a:alpha val="75000"/>
                  </a:schemeClr>
                </a:gs>
                <a:gs pos="100000">
                  <a:schemeClr val="tx2">
                    <a:lumMod val="50000"/>
                    <a:lumOff val="50000"/>
                    <a:alpha val="48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81071F9-5F9E-43AF-B1F9-8F94CCA0D1D0}"/>
                </a:ext>
              </a:extLst>
            </p:cNvPr>
            <p:cNvSpPr/>
            <p:nvPr userDrawn="1"/>
          </p:nvSpPr>
          <p:spPr>
            <a:xfrm rot="10800000">
              <a:off x="-4" y="456773"/>
              <a:ext cx="12191999" cy="6400800"/>
            </a:xfrm>
            <a:prstGeom prst="rect">
              <a:avLst/>
            </a:prstGeom>
            <a:gradFill>
              <a:gsLst>
                <a:gs pos="0">
                  <a:schemeClr val="accent5">
                    <a:alpha val="37000"/>
                  </a:schemeClr>
                </a:gs>
                <a:gs pos="92000">
                  <a:schemeClr val="accent2">
                    <a:alpha val="7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954D1A4-E8FD-4E5A-A528-35498A356680}"/>
                </a:ext>
              </a:extLst>
            </p:cNvPr>
            <p:cNvSpPr/>
            <p:nvPr userDrawn="1"/>
          </p:nvSpPr>
          <p:spPr>
            <a:xfrm rot="10800000" flipH="1">
              <a:off x="-30482" y="0"/>
              <a:ext cx="6553723" cy="6858000"/>
            </a:xfrm>
            <a:prstGeom prst="rect">
              <a:avLst/>
            </a:prstGeom>
            <a:gradFill>
              <a:gsLst>
                <a:gs pos="13000">
                  <a:schemeClr val="accent2">
                    <a:alpha val="61000"/>
                  </a:schemeClr>
                </a:gs>
                <a:gs pos="99000">
                  <a:schemeClr val="accent4"/>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dirty="0"/>
            </a:p>
          </p:txBody>
        </p:sp>
        <p:sp>
          <p:nvSpPr>
            <p:cNvPr id="20" name="Freeform: Shape 19">
              <a:extLst>
                <a:ext uri="{FF2B5EF4-FFF2-40B4-BE49-F238E27FC236}">
                  <a16:creationId xmlns:a16="http://schemas.microsoft.com/office/drawing/2014/main" id="{230DFABF-2A96-46EC-8C35-1C4A9D0A0739}"/>
                </a:ext>
              </a:extLst>
            </p:cNvPr>
            <p:cNvSpPr/>
            <p:nvPr userDrawn="1"/>
          </p:nvSpPr>
          <p:spPr>
            <a:xfrm flipH="1">
              <a:off x="6523243" y="469850"/>
              <a:ext cx="3170572" cy="6387725"/>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7000">
                  <a:schemeClr val="accent4">
                    <a:lumMod val="60000"/>
                    <a:lumOff val="40000"/>
                    <a:alpha val="10000"/>
                  </a:schemeClr>
                </a:gs>
                <a:gs pos="100000">
                  <a:schemeClr val="bg1">
                    <a:alpha val="1600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19">
              <a:extLst>
                <a:ext uri="{FF2B5EF4-FFF2-40B4-BE49-F238E27FC236}">
                  <a16:creationId xmlns:a16="http://schemas.microsoft.com/office/drawing/2014/main" id="{0CC1E85A-F138-6197-E8DA-2DE6BB5E0619}"/>
                </a:ext>
              </a:extLst>
            </p:cNvPr>
            <p:cNvSpPr>
              <a:spLocks noChangeAspect="1"/>
            </p:cNvSpPr>
            <p:nvPr userDrawn="1"/>
          </p:nvSpPr>
          <p:spPr>
            <a:xfrm rot="16200000" flipH="1">
              <a:off x="3822710" y="933418"/>
              <a:ext cx="5431536" cy="5431536"/>
            </a:xfrm>
            <a:prstGeom prst="ellipse">
              <a:avLst/>
            </a:prstGeom>
            <a:gradFill flip="none" rotWithShape="1">
              <a:gsLst>
                <a:gs pos="7000">
                  <a:schemeClr val="accent4">
                    <a:lumMod val="60000"/>
                    <a:lumOff val="40000"/>
                    <a:alpha val="3000"/>
                  </a:schemeClr>
                </a:gs>
                <a:gs pos="100000">
                  <a:schemeClr val="bg1">
                    <a:alpha val="1600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6EECD023-F890-6522-3CBB-909C23BF31B3}"/>
                </a:ext>
              </a:extLst>
            </p:cNvPr>
            <p:cNvSpPr/>
            <p:nvPr userDrawn="1"/>
          </p:nvSpPr>
          <p:spPr>
            <a:xfrm rot="5400000" flipH="1">
              <a:off x="8043933" y="2679459"/>
              <a:ext cx="2657845" cy="5699234"/>
            </a:xfrm>
            <a:prstGeom prst="rect">
              <a:avLst/>
            </a:prstGeom>
            <a:gradFill>
              <a:gsLst>
                <a:gs pos="2000">
                  <a:schemeClr val="accent4">
                    <a:alpha val="50000"/>
                  </a:schemeClr>
                </a:gs>
                <a:gs pos="100000">
                  <a:schemeClr val="accent3">
                    <a:alpha val="20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155BA1B2-362C-9BE1-25F7-1E3A86E2667F}"/>
              </a:ext>
            </a:extLst>
          </p:cNvPr>
          <p:cNvSpPr>
            <a:spLocks noGrp="1"/>
          </p:cNvSpPr>
          <p:nvPr>
            <p:ph type="title" hasCustomPrompt="1"/>
          </p:nvPr>
        </p:nvSpPr>
        <p:spPr>
          <a:xfrm>
            <a:off x="741872" y="548640"/>
            <a:ext cx="5538158" cy="5810678"/>
          </a:xfrm>
        </p:spPr>
        <p:txBody>
          <a:bodyPr anchor="ctr" anchorCtr="0"/>
          <a:lstStyle>
            <a:lvl1pPr algn="l">
              <a:defRPr baseline="0"/>
            </a:lvl1pPr>
          </a:lstStyle>
          <a:p>
            <a:r>
              <a:rPr lang="en-US" dirty="0"/>
              <a:t>Click to add title</a:t>
            </a:r>
          </a:p>
        </p:txBody>
      </p:sp>
      <p:sp>
        <p:nvSpPr>
          <p:cNvPr id="14" name="Picture Placeholder 13">
            <a:extLst>
              <a:ext uri="{FF2B5EF4-FFF2-40B4-BE49-F238E27FC236}">
                <a16:creationId xmlns:a16="http://schemas.microsoft.com/office/drawing/2014/main" id="{E5A540C6-9611-36DF-E763-4F4D9F619037}"/>
              </a:ext>
            </a:extLst>
          </p:cNvPr>
          <p:cNvSpPr>
            <a:spLocks noGrp="1"/>
          </p:cNvSpPr>
          <p:nvPr>
            <p:ph type="pic" sz="quarter" idx="13"/>
          </p:nvPr>
        </p:nvSpPr>
        <p:spPr>
          <a:xfrm>
            <a:off x="6523243" y="948047"/>
            <a:ext cx="2711967" cy="5431330"/>
          </a:xfrm>
          <a:custGeom>
            <a:avLst/>
            <a:gdLst>
              <a:gd name="connsiteX0" fmla="*/ 0 w 2711967"/>
              <a:gd name="connsiteY0" fmla="*/ 0 h 5431330"/>
              <a:gd name="connsiteX1" fmla="*/ 275450 w 2711967"/>
              <a:gd name="connsiteY1" fmla="*/ 13918 h 5431330"/>
              <a:gd name="connsiteX2" fmla="*/ 2711967 w 2711967"/>
              <a:gd name="connsiteY2" fmla="*/ 2715665 h 5431330"/>
              <a:gd name="connsiteX3" fmla="*/ 275450 w 2711967"/>
              <a:gd name="connsiteY3" fmla="*/ 5417412 h 5431330"/>
              <a:gd name="connsiteX4" fmla="*/ 0 w 2711967"/>
              <a:gd name="connsiteY4" fmla="*/ 5431330 h 5431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1967" h="5431330">
                <a:moveTo>
                  <a:pt x="0" y="0"/>
                </a:moveTo>
                <a:lnTo>
                  <a:pt x="275450" y="13918"/>
                </a:lnTo>
                <a:cubicBezTo>
                  <a:pt x="1644006" y="152993"/>
                  <a:pt x="2711967" y="1309531"/>
                  <a:pt x="2711967" y="2715665"/>
                </a:cubicBezTo>
                <a:cubicBezTo>
                  <a:pt x="2711967" y="4121800"/>
                  <a:pt x="1644006" y="5278338"/>
                  <a:pt x="275450" y="5417412"/>
                </a:cubicBezTo>
                <a:lnTo>
                  <a:pt x="0" y="5431330"/>
                </a:lnTo>
                <a:close/>
              </a:path>
            </a:pathLst>
          </a:custGeom>
          <a:solidFill>
            <a:schemeClr val="accent6"/>
          </a:solidFill>
        </p:spPr>
        <p:txBody>
          <a:bodyPr wrap="square" tIns="1645920" rIns="182880" anchor="t" anchorCtr="0">
            <a:noAutofit/>
          </a:bodyP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1148190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8121AD-8518-1695-111E-C8CFF8A3D0D4}"/>
              </a:ext>
              <a:ext uri="{C183D7F6-B498-43B3-948B-1728B52AA6E4}">
                <adec:decorative xmlns:adec="http://schemas.microsoft.com/office/drawing/2017/decorative" val="1"/>
              </a:ext>
            </a:extLst>
          </p:cNvPr>
          <p:cNvGrpSpPr/>
          <p:nvPr userDrawn="1"/>
        </p:nvGrpSpPr>
        <p:grpSpPr>
          <a:xfrm>
            <a:off x="-4" y="0"/>
            <a:ext cx="12192004" cy="6858000"/>
            <a:chOff x="-4" y="0"/>
            <a:chExt cx="12192004" cy="6858000"/>
          </a:xfrm>
        </p:grpSpPr>
        <p:sp useBgFill="1">
          <p:nvSpPr>
            <p:cNvPr id="15" name="Rectangle 14">
              <a:extLst>
                <a:ext uri="{FF2B5EF4-FFF2-40B4-BE49-F238E27FC236}">
                  <a16:creationId xmlns:a16="http://schemas.microsoft.com/office/drawing/2014/main" id="{52728D19-281F-4946-9684-65A557653DDA}"/>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412D4F2-D8CF-48D7-8E93-9342D2AE3950}"/>
                </a:ext>
              </a:extLst>
            </p:cNvPr>
            <p:cNvSpPr/>
            <p:nvPr userDrawn="1"/>
          </p:nvSpPr>
          <p:spPr>
            <a:xfrm rot="10800000" flipH="1">
              <a:off x="0" y="0"/>
              <a:ext cx="12191999" cy="6858000"/>
            </a:xfrm>
            <a:prstGeom prst="rect">
              <a:avLst/>
            </a:prstGeom>
            <a:gradFill>
              <a:gsLst>
                <a:gs pos="0">
                  <a:schemeClr val="accent5">
                    <a:alpha val="75000"/>
                  </a:schemeClr>
                </a:gs>
                <a:gs pos="100000">
                  <a:schemeClr val="tx2">
                    <a:lumMod val="50000"/>
                    <a:lumOff val="50000"/>
                    <a:alpha val="48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81071F9-5F9E-43AF-B1F9-8F94CCA0D1D0}"/>
                </a:ext>
              </a:extLst>
            </p:cNvPr>
            <p:cNvSpPr/>
            <p:nvPr userDrawn="1"/>
          </p:nvSpPr>
          <p:spPr>
            <a:xfrm rot="10800000">
              <a:off x="-4" y="456773"/>
              <a:ext cx="12191999" cy="6400800"/>
            </a:xfrm>
            <a:prstGeom prst="rect">
              <a:avLst/>
            </a:prstGeom>
            <a:gradFill>
              <a:gsLst>
                <a:gs pos="0">
                  <a:schemeClr val="accent5">
                    <a:alpha val="37000"/>
                  </a:schemeClr>
                </a:gs>
                <a:gs pos="92000">
                  <a:schemeClr val="accent2">
                    <a:alpha val="7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954D1A4-E8FD-4E5A-A528-35498A356680}"/>
                </a:ext>
              </a:extLst>
            </p:cNvPr>
            <p:cNvSpPr/>
            <p:nvPr userDrawn="1"/>
          </p:nvSpPr>
          <p:spPr>
            <a:xfrm rot="10800000" flipH="1">
              <a:off x="-2" y="0"/>
              <a:ext cx="6096001" cy="6858000"/>
            </a:xfrm>
            <a:prstGeom prst="rect">
              <a:avLst/>
            </a:prstGeom>
            <a:gradFill>
              <a:gsLst>
                <a:gs pos="13000">
                  <a:schemeClr val="accent2">
                    <a:alpha val="61000"/>
                  </a:schemeClr>
                </a:gs>
                <a:gs pos="99000">
                  <a:schemeClr val="accent4"/>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dirty="0"/>
            </a:p>
          </p:txBody>
        </p:sp>
        <p:sp>
          <p:nvSpPr>
            <p:cNvPr id="20" name="Freeform: Shape 19">
              <a:extLst>
                <a:ext uri="{FF2B5EF4-FFF2-40B4-BE49-F238E27FC236}">
                  <a16:creationId xmlns:a16="http://schemas.microsoft.com/office/drawing/2014/main" id="{230DFABF-2A96-46EC-8C35-1C4A9D0A0739}"/>
                </a:ext>
              </a:extLst>
            </p:cNvPr>
            <p:cNvSpPr/>
            <p:nvPr userDrawn="1"/>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7000">
                  <a:schemeClr val="accent4">
                    <a:lumMod val="60000"/>
                    <a:lumOff val="40000"/>
                    <a:alpha val="3000"/>
                  </a:schemeClr>
                </a:gs>
                <a:gs pos="100000">
                  <a:schemeClr val="bg1">
                    <a:alpha val="1600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155BA1B2-362C-9BE1-25F7-1E3A86E2667F}"/>
              </a:ext>
            </a:extLst>
          </p:cNvPr>
          <p:cNvSpPr>
            <a:spLocks noGrp="1"/>
          </p:cNvSpPr>
          <p:nvPr>
            <p:ph type="title" hasCustomPrompt="1"/>
          </p:nvPr>
        </p:nvSpPr>
        <p:spPr>
          <a:xfrm>
            <a:off x="975360" y="590550"/>
            <a:ext cx="10241280" cy="1439418"/>
          </a:xfrm>
        </p:spPr>
        <p:txBody>
          <a:bodyPr/>
          <a:lstStyle>
            <a:lvl1pPr algn="ctr">
              <a:defRPr baseline="0"/>
            </a:lvl1pPr>
          </a:lstStyle>
          <a:p>
            <a:r>
              <a:rPr lang="en-US" dirty="0"/>
              <a:t>Click to add title</a:t>
            </a:r>
          </a:p>
        </p:txBody>
      </p:sp>
      <p:sp>
        <p:nvSpPr>
          <p:cNvPr id="4" name="Text Placeholder 3">
            <a:extLst>
              <a:ext uri="{FF2B5EF4-FFF2-40B4-BE49-F238E27FC236}">
                <a16:creationId xmlns:a16="http://schemas.microsoft.com/office/drawing/2014/main" id="{3F0D9302-4099-D96F-C590-EF27DFFCD145}"/>
              </a:ext>
            </a:extLst>
          </p:cNvPr>
          <p:cNvSpPr>
            <a:spLocks noGrp="1"/>
          </p:cNvSpPr>
          <p:nvPr>
            <p:ph type="body" sz="quarter" idx="14" hasCustomPrompt="1"/>
          </p:nvPr>
        </p:nvSpPr>
        <p:spPr>
          <a:xfrm>
            <a:off x="975360" y="2408517"/>
            <a:ext cx="10241280" cy="832393"/>
          </a:xfrm>
        </p:spPr>
        <p:txBody>
          <a:bodyPr>
            <a:normAutofit/>
          </a:bodyPr>
          <a:lstStyle>
            <a:lvl1pPr marL="0" indent="0" algn="ctr">
              <a:buNone/>
              <a:defRPr sz="2400">
                <a:solidFill>
                  <a:schemeClr val="tx1"/>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subtitle</a:t>
            </a:r>
          </a:p>
        </p:txBody>
      </p:sp>
      <p:sp>
        <p:nvSpPr>
          <p:cNvPr id="23" name="Picture Placeholder 22">
            <a:extLst>
              <a:ext uri="{FF2B5EF4-FFF2-40B4-BE49-F238E27FC236}">
                <a16:creationId xmlns:a16="http://schemas.microsoft.com/office/drawing/2014/main" id="{D7662E6F-0458-41D6-A36A-37011FA74BF8}"/>
              </a:ext>
            </a:extLst>
          </p:cNvPr>
          <p:cNvSpPr>
            <a:spLocks noGrp="1"/>
          </p:cNvSpPr>
          <p:nvPr>
            <p:ph type="pic" sz="quarter" idx="13"/>
          </p:nvPr>
        </p:nvSpPr>
        <p:spPr>
          <a:xfrm>
            <a:off x="2343302" y="3351746"/>
            <a:ext cx="7519558" cy="3506255"/>
          </a:xfrm>
          <a:custGeom>
            <a:avLst/>
            <a:gdLst>
              <a:gd name="connsiteX0" fmla="*/ 3759779 w 7519558"/>
              <a:gd name="connsiteY0" fmla="*/ 0 h 3506255"/>
              <a:gd name="connsiteX1" fmla="*/ 7513560 w 7519558"/>
              <a:gd name="connsiteY1" fmla="*/ 3387468 h 3506255"/>
              <a:gd name="connsiteX2" fmla="*/ 7519558 w 7519558"/>
              <a:gd name="connsiteY2" fmla="*/ 3506255 h 3506255"/>
              <a:gd name="connsiteX3" fmla="*/ 0 w 7519558"/>
              <a:gd name="connsiteY3" fmla="*/ 3506255 h 3506255"/>
              <a:gd name="connsiteX4" fmla="*/ 5998 w 7519558"/>
              <a:gd name="connsiteY4" fmla="*/ 3387468 h 3506255"/>
              <a:gd name="connsiteX5" fmla="*/ 3759779 w 7519558"/>
              <a:gd name="connsiteY5" fmla="*/ 0 h 350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a:solidFill>
            <a:schemeClr val="accent6"/>
          </a:solidFill>
        </p:spPr>
        <p:txBody>
          <a:bodyPr wrap="square" tIns="365760" anchor="t" anchorCtr="0">
            <a:noAutofit/>
          </a:bodyP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683227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ection Break 1">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6656623-465F-ABF1-A0A3-D5DED6EB1045}"/>
              </a:ext>
              <a:ext uri="{C183D7F6-B498-43B3-948B-1728B52AA6E4}">
                <adec:decorative xmlns:adec="http://schemas.microsoft.com/office/drawing/2017/decorative" val="1"/>
              </a:ext>
            </a:extLst>
          </p:cNvPr>
          <p:cNvGrpSpPr/>
          <p:nvPr userDrawn="1"/>
        </p:nvGrpSpPr>
        <p:grpSpPr>
          <a:xfrm>
            <a:off x="-17809" y="0"/>
            <a:ext cx="6113515" cy="6411879"/>
            <a:chOff x="-17809" y="0"/>
            <a:chExt cx="6113515" cy="6411879"/>
          </a:xfrm>
        </p:grpSpPr>
        <p:sp>
          <p:nvSpPr>
            <p:cNvPr id="36" name="Rectangle 35">
              <a:extLst>
                <a:ext uri="{FF2B5EF4-FFF2-40B4-BE49-F238E27FC236}">
                  <a16:creationId xmlns:a16="http://schemas.microsoft.com/office/drawing/2014/main" id="{AE2DFFA2-22D4-4919-9C0C-45E51AF578AC}"/>
                </a:ext>
              </a:extLst>
            </p:cNvPr>
            <p:cNvSpPr/>
            <p:nvPr userDrawn="1"/>
          </p:nvSpPr>
          <p:spPr>
            <a:xfrm rot="5400000" flipH="1">
              <a:off x="-152592" y="162118"/>
              <a:ext cx="6400418" cy="6095233"/>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24FBF45C-4020-4F59-8E88-4006B53BE427}"/>
                </a:ext>
              </a:extLst>
            </p:cNvPr>
            <p:cNvSpPr/>
            <p:nvPr userDrawn="1"/>
          </p:nvSpPr>
          <p:spPr>
            <a:xfrm rot="5400000" flipH="1">
              <a:off x="-161024" y="143687"/>
              <a:ext cx="6400418" cy="6113043"/>
            </a:xfrm>
            <a:prstGeom prst="rect">
              <a:avLst/>
            </a:prstGeom>
            <a:gradFill>
              <a:gsLst>
                <a:gs pos="0">
                  <a:schemeClr val="accent5">
                    <a:lumMod val="60000"/>
                    <a:lumOff val="40000"/>
                  </a:schemeClr>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BFCE23BB-F1B6-4676-BAD7-56273E800FEB}"/>
                </a:ext>
              </a:extLst>
            </p:cNvPr>
            <p:cNvSpPr/>
            <p:nvPr userDrawn="1"/>
          </p:nvSpPr>
          <p:spPr>
            <a:xfrm rot="5400000" flipH="1">
              <a:off x="1932850" y="2249496"/>
              <a:ext cx="2211724" cy="6113042"/>
            </a:xfrm>
            <a:prstGeom prst="rect">
              <a:avLst/>
            </a:prstGeom>
            <a:gradFill>
              <a:gsLst>
                <a:gs pos="2000">
                  <a:schemeClr val="accent5">
                    <a:alpha val="28000"/>
                  </a:schemeClr>
                </a:gs>
                <a:gs pos="100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3136A792-3F80-40BE-96DB-0CDC51B9AA89}"/>
                </a:ext>
              </a:extLst>
            </p:cNvPr>
            <p:cNvSpPr/>
            <p:nvPr userDrawn="1"/>
          </p:nvSpPr>
          <p:spPr>
            <a:xfrm rot="6097846">
              <a:off x="767675" y="747345"/>
              <a:ext cx="4808302" cy="4808302"/>
            </a:xfrm>
            <a:prstGeom prst="ellipse">
              <a:avLst/>
            </a:pr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47B9F2E-88FD-DD95-86E3-4FB51190DCCF}"/>
              </a:ext>
            </a:extLst>
          </p:cNvPr>
          <p:cNvSpPr>
            <a:spLocks noGrp="1"/>
          </p:cNvSpPr>
          <p:nvPr>
            <p:ph type="title"/>
          </p:nvPr>
        </p:nvSpPr>
        <p:spPr>
          <a:xfrm>
            <a:off x="630936" y="80592"/>
            <a:ext cx="5168348" cy="3710115"/>
          </a:xfrm>
        </p:spPr>
        <p:txBody>
          <a:bodyPr/>
          <a:lstStyle/>
          <a:p>
            <a:r>
              <a:rPr lang="en-US"/>
              <a:t>Click to edit Master title style</a:t>
            </a:r>
            <a:endParaRPr lang="en-US" dirty="0"/>
          </a:p>
        </p:txBody>
      </p:sp>
      <p:sp>
        <p:nvSpPr>
          <p:cNvPr id="6" name="Content Placeholder 6">
            <a:extLst>
              <a:ext uri="{FF2B5EF4-FFF2-40B4-BE49-F238E27FC236}">
                <a16:creationId xmlns:a16="http://schemas.microsoft.com/office/drawing/2014/main" id="{D23A755B-04DF-191D-5B87-B81FF2D55322}"/>
              </a:ext>
            </a:extLst>
          </p:cNvPr>
          <p:cNvSpPr>
            <a:spLocks noGrp="1"/>
          </p:cNvSpPr>
          <p:nvPr>
            <p:ph sz="quarter" idx="17" hasCustomPrompt="1"/>
          </p:nvPr>
        </p:nvSpPr>
        <p:spPr>
          <a:xfrm>
            <a:off x="6578502" y="102442"/>
            <a:ext cx="5089242" cy="6177587"/>
          </a:xfrm>
        </p:spPr>
        <p:txBody>
          <a:bodyPr anchor="ctr">
            <a:noAutofit/>
          </a:bodyPr>
          <a:lstStyle>
            <a:lvl1pPr marL="0" indent="0">
              <a:buNone/>
              <a:defRPr sz="2000">
                <a:solidFill>
                  <a:schemeClr val="tx1"/>
                </a:solidFill>
                <a:latin typeface="+mj-lt"/>
              </a:defRPr>
            </a:lvl1pPr>
            <a:lvl2pPr marL="742950" indent="-285750">
              <a:buFont typeface="Arial" panose="020B0604020202020204" pitchFamily="34" charset="0"/>
              <a:buChar char="•"/>
              <a:defRPr sz="2000">
                <a:latin typeface="+mj-lt"/>
              </a:defRPr>
            </a:lvl2pPr>
            <a:lvl3pPr marL="1200150" indent="-285750">
              <a:buFont typeface="Arial" panose="020B0604020202020204" pitchFamily="34" charset="0"/>
              <a:buChar char="•"/>
              <a:defRPr sz="2000">
                <a:latin typeface="+mj-lt"/>
              </a:defRPr>
            </a:lvl3pPr>
            <a:lvl4pPr marL="1657350" indent="-285750">
              <a:buFont typeface="Arial" panose="020B0604020202020204" pitchFamily="34" charset="0"/>
              <a:buChar char="•"/>
              <a:defRPr sz="2000">
                <a:latin typeface="+mj-lt"/>
              </a:defRPr>
            </a:lvl4pPr>
            <a:lvl5pPr marL="2114550" indent="-285750">
              <a:buFont typeface="Arial" panose="020B0604020202020204" pitchFamily="34" charset="0"/>
              <a:buChar char="•"/>
              <a:defRPr sz="2000">
                <a:latin typeface="+mj-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a:xfrm rot="5400000">
            <a:off x="-1625606" y="1707902"/>
            <a:ext cx="3708411" cy="457200"/>
          </a:xfrm>
        </p:spPr>
        <p:txBody>
          <a:bodyPr/>
          <a:lstStyle>
            <a:lvl1pPr>
              <a:defRPr>
                <a:solidFill>
                  <a:schemeClr val="bg1"/>
                </a:solidFill>
              </a:defRPr>
            </a:lvl1pPr>
          </a:lstStyle>
          <a:p>
            <a:r>
              <a:rPr lang="en-US" dirty="0"/>
              <a:t>Presentation Title</a:t>
            </a:r>
          </a:p>
        </p:txBody>
      </p:sp>
      <p:sp>
        <p:nvSpPr>
          <p:cNvPr id="48" name="Date Placeholder 1">
            <a:extLst>
              <a:ext uri="{FF2B5EF4-FFF2-40B4-BE49-F238E27FC236}">
                <a16:creationId xmlns:a16="http://schemas.microsoft.com/office/drawing/2014/main" id="{2DCC7554-6615-4584-921E-91285C62C09D}"/>
              </a:ext>
            </a:extLst>
          </p:cNvPr>
          <p:cNvSpPr>
            <a:spLocks noGrp="1"/>
          </p:cNvSpPr>
          <p:nvPr>
            <p:ph type="dt" sz="half" idx="10"/>
          </p:nvPr>
        </p:nvSpPr>
        <p:spPr>
          <a:xfrm>
            <a:off x="7909560" y="6409944"/>
            <a:ext cx="3703320" cy="448056"/>
          </a:xfrm>
        </p:spPr>
        <p:txBody>
          <a:bodyPr/>
          <a:lstStyle/>
          <a:p>
            <a:r>
              <a:rPr lang="en-US"/>
              <a:t>20XX</a:t>
            </a:r>
            <a:endParaRPr lang="en-US" dirty="0"/>
          </a:p>
        </p:txBody>
      </p:sp>
      <p:sp>
        <p:nvSpPr>
          <p:cNvPr id="49" name="Slide Number Placeholder 3">
            <a:extLst>
              <a:ext uri="{FF2B5EF4-FFF2-40B4-BE49-F238E27FC236}">
                <a16:creationId xmlns:a16="http://schemas.microsoft.com/office/drawing/2014/main" id="{564CDF61-B448-4746-A22C-52C864C153BF}"/>
              </a:ext>
            </a:extLst>
          </p:cNvPr>
          <p:cNvSpPr>
            <a:spLocks noGrp="1"/>
          </p:cNvSpPr>
          <p:nvPr>
            <p:ph type="sldNum" sz="quarter" idx="12"/>
          </p:nvPr>
        </p:nvSpPr>
        <p:spPr>
          <a:xfrm>
            <a:off x="11667744" y="6409944"/>
            <a:ext cx="438912" cy="448056"/>
          </a:xfrm>
        </p:spPr>
        <p:txBody>
          <a:bodyPr/>
          <a:lstStyle/>
          <a:p>
            <a:fld id="{C01389E6-C847-4AD0-B56D-D205B2EAB1EE}" type="slidenum">
              <a:rPr lang="en-US" smtClean="0"/>
              <a:t>‹#›</a:t>
            </a:fld>
            <a:endParaRPr lang="en-US" dirty="0"/>
          </a:p>
        </p:txBody>
      </p:sp>
    </p:spTree>
    <p:extLst>
      <p:ext uri="{BB962C8B-B14F-4D97-AF65-F5344CB8AC3E}">
        <p14:creationId xmlns:p14="http://schemas.microsoft.com/office/powerpoint/2010/main" val="18777261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3">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6FB616C3-0961-9B6D-36D6-B2839AC86E6D}"/>
              </a:ext>
              <a:ext uri="{C183D7F6-B498-43B3-948B-1728B52AA6E4}">
                <adec:decorative xmlns:adec="http://schemas.microsoft.com/office/drawing/2017/decorative" val="1"/>
              </a:ext>
            </a:extLst>
          </p:cNvPr>
          <p:cNvGrpSpPr/>
          <p:nvPr userDrawn="1"/>
        </p:nvGrpSpPr>
        <p:grpSpPr>
          <a:xfrm>
            <a:off x="-4" y="0"/>
            <a:ext cx="12192004" cy="6858000"/>
            <a:chOff x="-4" y="0"/>
            <a:chExt cx="12192004" cy="6858000"/>
          </a:xfrm>
        </p:grpSpPr>
        <p:sp useBgFill="1">
          <p:nvSpPr>
            <p:cNvPr id="15" name="Rectangle 14">
              <a:extLst>
                <a:ext uri="{FF2B5EF4-FFF2-40B4-BE49-F238E27FC236}">
                  <a16:creationId xmlns:a16="http://schemas.microsoft.com/office/drawing/2014/main" id="{52728D19-281F-4946-9684-65A557653DDA}"/>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412D4F2-D8CF-48D7-8E93-9342D2AE3950}"/>
                </a:ext>
              </a:extLst>
            </p:cNvPr>
            <p:cNvSpPr/>
            <p:nvPr userDrawn="1"/>
          </p:nvSpPr>
          <p:spPr>
            <a:xfrm rot="10800000" flipH="1">
              <a:off x="0" y="0"/>
              <a:ext cx="12191999" cy="6858000"/>
            </a:xfrm>
            <a:prstGeom prst="rect">
              <a:avLst/>
            </a:prstGeom>
            <a:gradFill>
              <a:gsLst>
                <a:gs pos="0">
                  <a:schemeClr val="accent5">
                    <a:alpha val="75000"/>
                  </a:schemeClr>
                </a:gs>
                <a:gs pos="100000">
                  <a:schemeClr val="tx2">
                    <a:lumMod val="50000"/>
                    <a:lumOff val="50000"/>
                    <a:alpha val="48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81071F9-5F9E-43AF-B1F9-8F94CCA0D1D0}"/>
                </a:ext>
              </a:extLst>
            </p:cNvPr>
            <p:cNvSpPr/>
            <p:nvPr userDrawn="1"/>
          </p:nvSpPr>
          <p:spPr>
            <a:xfrm rot="10800000">
              <a:off x="-4" y="456773"/>
              <a:ext cx="12191999" cy="6400800"/>
            </a:xfrm>
            <a:prstGeom prst="rect">
              <a:avLst/>
            </a:prstGeom>
            <a:gradFill>
              <a:gsLst>
                <a:gs pos="0">
                  <a:schemeClr val="accent5">
                    <a:alpha val="37000"/>
                  </a:schemeClr>
                </a:gs>
                <a:gs pos="92000">
                  <a:schemeClr val="accent2">
                    <a:alpha val="7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954D1A4-E8FD-4E5A-A528-35498A356680}"/>
                </a:ext>
              </a:extLst>
            </p:cNvPr>
            <p:cNvSpPr/>
            <p:nvPr userDrawn="1"/>
          </p:nvSpPr>
          <p:spPr>
            <a:xfrm rot="10800000" flipH="1">
              <a:off x="1" y="0"/>
              <a:ext cx="5699229" cy="6858000"/>
            </a:xfrm>
            <a:prstGeom prst="rect">
              <a:avLst/>
            </a:prstGeom>
            <a:gradFill>
              <a:gsLst>
                <a:gs pos="13000">
                  <a:schemeClr val="accent2">
                    <a:alpha val="61000"/>
                  </a:schemeClr>
                </a:gs>
                <a:gs pos="99000">
                  <a:schemeClr val="accent4"/>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dirty="0"/>
            </a:p>
          </p:txBody>
        </p:sp>
        <p:grpSp>
          <p:nvGrpSpPr>
            <p:cNvPr id="3" name="Group 2">
              <a:extLst>
                <a:ext uri="{FF2B5EF4-FFF2-40B4-BE49-F238E27FC236}">
                  <a16:creationId xmlns:a16="http://schemas.microsoft.com/office/drawing/2014/main" id="{2F31AF05-E572-B087-8746-089966AF623A}"/>
                </a:ext>
              </a:extLst>
            </p:cNvPr>
            <p:cNvGrpSpPr/>
            <p:nvPr userDrawn="1"/>
          </p:nvGrpSpPr>
          <p:grpSpPr>
            <a:xfrm flipH="1">
              <a:off x="0" y="469850"/>
              <a:ext cx="8399763" cy="6388148"/>
              <a:chOff x="3822710" y="469850"/>
              <a:chExt cx="8399763" cy="6388148"/>
            </a:xfrm>
          </p:grpSpPr>
          <p:sp>
            <p:nvSpPr>
              <p:cNvPr id="20" name="Freeform: Shape 19">
                <a:extLst>
                  <a:ext uri="{FF2B5EF4-FFF2-40B4-BE49-F238E27FC236}">
                    <a16:creationId xmlns:a16="http://schemas.microsoft.com/office/drawing/2014/main" id="{230DFABF-2A96-46EC-8C35-1C4A9D0A0739}"/>
                  </a:ext>
                </a:extLst>
              </p:cNvPr>
              <p:cNvSpPr/>
              <p:nvPr userDrawn="1"/>
            </p:nvSpPr>
            <p:spPr>
              <a:xfrm flipH="1">
                <a:off x="6523243" y="469850"/>
                <a:ext cx="3170572" cy="6387725"/>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7000">
                    <a:schemeClr val="accent4">
                      <a:lumMod val="60000"/>
                      <a:lumOff val="40000"/>
                      <a:alpha val="10000"/>
                    </a:schemeClr>
                  </a:gs>
                  <a:gs pos="100000">
                    <a:schemeClr val="bg1">
                      <a:alpha val="1600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19">
                <a:extLst>
                  <a:ext uri="{FF2B5EF4-FFF2-40B4-BE49-F238E27FC236}">
                    <a16:creationId xmlns:a16="http://schemas.microsoft.com/office/drawing/2014/main" id="{0CC1E85A-F138-6197-E8DA-2DE6BB5E0619}"/>
                  </a:ext>
                </a:extLst>
              </p:cNvPr>
              <p:cNvSpPr>
                <a:spLocks noChangeAspect="1"/>
              </p:cNvSpPr>
              <p:nvPr userDrawn="1"/>
            </p:nvSpPr>
            <p:spPr>
              <a:xfrm rot="16200000" flipH="1">
                <a:off x="3822710" y="933418"/>
                <a:ext cx="5431536" cy="5431536"/>
              </a:xfrm>
              <a:prstGeom prst="ellipse">
                <a:avLst/>
              </a:prstGeom>
              <a:gradFill flip="none" rotWithShape="1">
                <a:gsLst>
                  <a:gs pos="7000">
                    <a:schemeClr val="accent4">
                      <a:lumMod val="60000"/>
                      <a:lumOff val="40000"/>
                      <a:alpha val="3000"/>
                    </a:schemeClr>
                  </a:gs>
                  <a:gs pos="100000">
                    <a:schemeClr val="bg1">
                      <a:alpha val="1600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6EECD023-F890-6522-3CBB-909C23BF31B3}"/>
                  </a:ext>
                </a:extLst>
              </p:cNvPr>
              <p:cNvSpPr/>
              <p:nvPr userDrawn="1"/>
            </p:nvSpPr>
            <p:spPr>
              <a:xfrm rot="5400000" flipH="1">
                <a:off x="8043933" y="2679459"/>
                <a:ext cx="2657845" cy="5699234"/>
              </a:xfrm>
              <a:prstGeom prst="rect">
                <a:avLst/>
              </a:prstGeom>
              <a:gradFill>
                <a:gsLst>
                  <a:gs pos="2000">
                    <a:schemeClr val="accent4">
                      <a:alpha val="25000"/>
                    </a:schemeClr>
                  </a:gs>
                  <a:gs pos="100000">
                    <a:schemeClr val="accent3">
                      <a:alpha val="20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155BA1B2-362C-9BE1-25F7-1E3A86E2667F}"/>
              </a:ext>
            </a:extLst>
          </p:cNvPr>
          <p:cNvSpPr>
            <a:spLocks noGrp="1"/>
          </p:cNvSpPr>
          <p:nvPr>
            <p:ph type="title" hasCustomPrompt="1"/>
          </p:nvPr>
        </p:nvSpPr>
        <p:spPr>
          <a:xfrm>
            <a:off x="6191250" y="548640"/>
            <a:ext cx="5486400" cy="3651513"/>
          </a:xfrm>
        </p:spPr>
        <p:txBody>
          <a:bodyPr anchor="b" anchorCtr="0"/>
          <a:lstStyle>
            <a:lvl1pPr algn="l">
              <a:defRPr baseline="0"/>
            </a:lvl1pPr>
          </a:lstStyle>
          <a:p>
            <a:r>
              <a:rPr lang="en-US" dirty="0"/>
              <a:t>Click to add title</a:t>
            </a:r>
          </a:p>
        </p:txBody>
      </p:sp>
      <p:sp>
        <p:nvSpPr>
          <p:cNvPr id="4" name="Text Placeholder 3">
            <a:extLst>
              <a:ext uri="{FF2B5EF4-FFF2-40B4-BE49-F238E27FC236}">
                <a16:creationId xmlns:a16="http://schemas.microsoft.com/office/drawing/2014/main" id="{2E66F428-2517-EC05-3F5E-08602DD4DAB2}"/>
              </a:ext>
            </a:extLst>
          </p:cNvPr>
          <p:cNvSpPr>
            <a:spLocks noGrp="1"/>
          </p:cNvSpPr>
          <p:nvPr>
            <p:ph type="body" sz="quarter" idx="14" hasCustomPrompt="1"/>
          </p:nvPr>
        </p:nvSpPr>
        <p:spPr>
          <a:xfrm>
            <a:off x="6191250" y="4453466"/>
            <a:ext cx="5486400" cy="1855893"/>
          </a:xfrm>
        </p:spPr>
        <p:txBody>
          <a:bodyPr>
            <a:normAutofit/>
          </a:bodyPr>
          <a:lstStyle>
            <a:lvl1pPr marL="0" indent="0" algn="l">
              <a:buNone/>
              <a:defRPr sz="2400">
                <a:solidFill>
                  <a:schemeClr val="tx1"/>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subtitle</a:t>
            </a:r>
          </a:p>
        </p:txBody>
      </p:sp>
    </p:spTree>
    <p:extLst>
      <p:ext uri="{BB962C8B-B14F-4D97-AF65-F5344CB8AC3E}">
        <p14:creationId xmlns:p14="http://schemas.microsoft.com/office/powerpoint/2010/main" val="27562683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ection Break 2">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6656623-465F-ABF1-A0A3-D5DED6EB1045}"/>
              </a:ext>
              <a:ext uri="{C183D7F6-B498-43B3-948B-1728B52AA6E4}">
                <adec:decorative xmlns:adec="http://schemas.microsoft.com/office/drawing/2017/decorative" val="1"/>
              </a:ext>
            </a:extLst>
          </p:cNvPr>
          <p:cNvGrpSpPr/>
          <p:nvPr userDrawn="1"/>
        </p:nvGrpSpPr>
        <p:grpSpPr>
          <a:xfrm>
            <a:off x="6078485" y="0"/>
            <a:ext cx="6113515" cy="6411879"/>
            <a:chOff x="-17809" y="0"/>
            <a:chExt cx="6113515" cy="6411879"/>
          </a:xfrm>
        </p:grpSpPr>
        <p:sp>
          <p:nvSpPr>
            <p:cNvPr id="36" name="Rectangle 35">
              <a:extLst>
                <a:ext uri="{FF2B5EF4-FFF2-40B4-BE49-F238E27FC236}">
                  <a16:creationId xmlns:a16="http://schemas.microsoft.com/office/drawing/2014/main" id="{AE2DFFA2-22D4-4919-9C0C-45E51AF578AC}"/>
                </a:ext>
              </a:extLst>
            </p:cNvPr>
            <p:cNvSpPr/>
            <p:nvPr userDrawn="1"/>
          </p:nvSpPr>
          <p:spPr>
            <a:xfrm rot="5400000" flipH="1">
              <a:off x="-152592" y="162118"/>
              <a:ext cx="6400418" cy="6095233"/>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24FBF45C-4020-4F59-8E88-4006B53BE427}"/>
                </a:ext>
              </a:extLst>
            </p:cNvPr>
            <p:cNvSpPr/>
            <p:nvPr userDrawn="1"/>
          </p:nvSpPr>
          <p:spPr>
            <a:xfrm rot="5400000" flipH="1">
              <a:off x="-161024" y="143687"/>
              <a:ext cx="6400418" cy="6113043"/>
            </a:xfrm>
            <a:prstGeom prst="rect">
              <a:avLst/>
            </a:prstGeom>
            <a:gradFill>
              <a:gsLst>
                <a:gs pos="0">
                  <a:schemeClr val="accent5">
                    <a:lumMod val="60000"/>
                    <a:lumOff val="40000"/>
                  </a:schemeClr>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BFCE23BB-F1B6-4676-BAD7-56273E800FEB}"/>
                </a:ext>
              </a:extLst>
            </p:cNvPr>
            <p:cNvSpPr/>
            <p:nvPr userDrawn="1"/>
          </p:nvSpPr>
          <p:spPr>
            <a:xfrm rot="5400000" flipH="1">
              <a:off x="1932850" y="2249496"/>
              <a:ext cx="2211724" cy="6113042"/>
            </a:xfrm>
            <a:prstGeom prst="rect">
              <a:avLst/>
            </a:prstGeom>
            <a:gradFill>
              <a:gsLst>
                <a:gs pos="2000">
                  <a:schemeClr val="accent5">
                    <a:alpha val="28000"/>
                  </a:schemeClr>
                </a:gs>
                <a:gs pos="100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3136A792-3F80-40BE-96DB-0CDC51B9AA89}"/>
                </a:ext>
              </a:extLst>
            </p:cNvPr>
            <p:cNvSpPr/>
            <p:nvPr userDrawn="1"/>
          </p:nvSpPr>
          <p:spPr>
            <a:xfrm rot="6097846">
              <a:off x="767675" y="747345"/>
              <a:ext cx="4808302" cy="4808302"/>
            </a:xfrm>
            <a:prstGeom prst="ellipse">
              <a:avLst/>
            </a:pr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47B9F2E-88FD-DD95-86E3-4FB51190DCCF}"/>
              </a:ext>
            </a:extLst>
          </p:cNvPr>
          <p:cNvSpPr>
            <a:spLocks noGrp="1"/>
          </p:cNvSpPr>
          <p:nvPr>
            <p:ph type="title"/>
          </p:nvPr>
        </p:nvSpPr>
        <p:spPr>
          <a:xfrm>
            <a:off x="6619461" y="548640"/>
            <a:ext cx="5148469" cy="3291840"/>
          </a:xfrm>
        </p:spPr>
        <p:txBody>
          <a:body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a:xfrm rot="5400000">
            <a:off x="-881933" y="964229"/>
            <a:ext cx="2221066" cy="457200"/>
          </a:xfrm>
        </p:spPr>
        <p:txBody>
          <a:bodyPr/>
          <a:lstStyle>
            <a:lvl1pPr>
              <a:defRPr>
                <a:solidFill>
                  <a:schemeClr val="tx1"/>
                </a:solidFill>
              </a:defRPr>
            </a:lvl1pPr>
          </a:lstStyle>
          <a:p>
            <a:r>
              <a:rPr lang="en-US" dirty="0"/>
              <a:t>Presentation Title</a:t>
            </a:r>
          </a:p>
        </p:txBody>
      </p:sp>
      <p:sp>
        <p:nvSpPr>
          <p:cNvPr id="8" name="Content Placeholder 2">
            <a:extLst>
              <a:ext uri="{FF2B5EF4-FFF2-40B4-BE49-F238E27FC236}">
                <a16:creationId xmlns:a16="http://schemas.microsoft.com/office/drawing/2014/main" id="{0436F9EE-DD42-562B-C6F8-A748DBD7676C}"/>
              </a:ext>
            </a:extLst>
          </p:cNvPr>
          <p:cNvSpPr>
            <a:spLocks noGrp="1"/>
          </p:cNvSpPr>
          <p:nvPr>
            <p:ph idx="1" hasCustomPrompt="1"/>
          </p:nvPr>
        </p:nvSpPr>
        <p:spPr>
          <a:xfrm>
            <a:off x="731520" y="548541"/>
            <a:ext cx="5029200" cy="1754821"/>
          </a:xfrm>
        </p:spPr>
        <p:txBody>
          <a:bodyPr>
            <a:noAutofit/>
          </a:bodyPr>
          <a:lstStyle>
            <a:lvl1pPr marL="512064" indent="-512064">
              <a:buFont typeface="+mj-lt"/>
              <a:buAutoNum type="arabicPeriod"/>
              <a:defRPr>
                <a:solidFill>
                  <a:schemeClr val="tx1"/>
                </a:solidFill>
              </a:defRPr>
            </a:lvl1pPr>
            <a:lvl2pPr marL="1143000" indent="-457200">
              <a:buFont typeface="+mj-lt"/>
              <a:buAutoNum type="alphaLcPeriod"/>
              <a:defRPr>
                <a:solidFill>
                  <a:schemeClr val="tx1"/>
                </a:solidFill>
              </a:defRPr>
            </a:lvl2pPr>
            <a:lvl3pPr marL="1600200" indent="-342900">
              <a:buFont typeface="+mj-lt"/>
              <a:buAutoNum type="arabicParenR"/>
              <a:defRPr>
                <a:solidFill>
                  <a:schemeClr val="tx1"/>
                </a:solidFill>
              </a:defRPr>
            </a:lvl3pPr>
            <a:lvl4pPr marL="2057400" indent="-342900">
              <a:buFont typeface="+mj-lt"/>
              <a:buAutoNum type="alphaLcParenR"/>
              <a:defRPr>
                <a:solidFill>
                  <a:schemeClr val="tx1"/>
                </a:solidFill>
              </a:defRPr>
            </a:lvl4pPr>
            <a:lvl5pPr marL="2171700" indent="-342900">
              <a:buFont typeface="+mj-lt"/>
              <a:buAutoNum type="arabicPeriod"/>
              <a:defRPr>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9" name="Content Placeholder 2">
            <a:extLst>
              <a:ext uri="{FF2B5EF4-FFF2-40B4-BE49-F238E27FC236}">
                <a16:creationId xmlns:a16="http://schemas.microsoft.com/office/drawing/2014/main" id="{65EC04E9-710E-36FF-FDD9-AD9A2C4892B2}"/>
              </a:ext>
            </a:extLst>
          </p:cNvPr>
          <p:cNvSpPr>
            <a:spLocks noGrp="1"/>
          </p:cNvSpPr>
          <p:nvPr>
            <p:ph idx="17" hasCustomPrompt="1"/>
          </p:nvPr>
        </p:nvSpPr>
        <p:spPr>
          <a:xfrm>
            <a:off x="728666" y="2477910"/>
            <a:ext cx="5029200" cy="3795570"/>
          </a:xfrm>
        </p:spPr>
        <p:txBody>
          <a:bodyPr>
            <a:noAutofit/>
          </a:bodyPr>
          <a:lstStyle>
            <a:lvl1pPr marL="0" indent="0">
              <a:lnSpc>
                <a:spcPct val="100000"/>
              </a:lnSpc>
              <a:spcBef>
                <a:spcPts val="1000"/>
              </a:spcBef>
              <a:buNone/>
              <a:defRPr>
                <a:solidFill>
                  <a:schemeClr val="tx1"/>
                </a:solidFill>
                <a:latin typeface="+mj-lt"/>
              </a:defRPr>
            </a:lvl1pPr>
            <a:lvl2pPr marL="800100" indent="-342900">
              <a:lnSpc>
                <a:spcPct val="100000"/>
              </a:lnSpc>
              <a:spcBef>
                <a:spcPts val="1000"/>
              </a:spcBef>
              <a:buFont typeface="Arial" panose="020B0604020202020204" pitchFamily="34" charset="0"/>
              <a:buChar char="•"/>
              <a:defRPr>
                <a:solidFill>
                  <a:schemeClr val="tx1"/>
                </a:solidFill>
                <a:latin typeface="+mn-lt"/>
              </a:defRPr>
            </a:lvl2pPr>
            <a:lvl3pPr marL="1200150" indent="-285750">
              <a:lnSpc>
                <a:spcPct val="100000"/>
              </a:lnSpc>
              <a:spcBef>
                <a:spcPts val="1000"/>
              </a:spcBef>
              <a:buFont typeface="Arial" panose="020B0604020202020204" pitchFamily="34" charset="0"/>
              <a:buChar char="•"/>
              <a:defRPr>
                <a:solidFill>
                  <a:schemeClr val="tx1"/>
                </a:solidFill>
                <a:latin typeface="+mn-lt"/>
              </a:defRPr>
            </a:lvl3pPr>
            <a:lvl4pPr marL="1657350" indent="-285750">
              <a:lnSpc>
                <a:spcPct val="100000"/>
              </a:lnSpc>
              <a:spcBef>
                <a:spcPts val="1000"/>
              </a:spcBef>
              <a:buFont typeface="Arial" panose="020B0604020202020204" pitchFamily="34" charset="0"/>
              <a:buChar char="•"/>
              <a:defRPr>
                <a:solidFill>
                  <a:schemeClr val="tx1"/>
                </a:solidFill>
                <a:latin typeface="+mn-lt"/>
              </a:defRPr>
            </a:lvl4pPr>
            <a:lvl5pPr marL="2114550" indent="-285750">
              <a:lnSpc>
                <a:spcPct val="100000"/>
              </a:lnSpc>
              <a:spcBef>
                <a:spcPts val="1000"/>
              </a:spcBef>
              <a:buFont typeface="Arial" panose="020B0604020202020204" pitchFamily="34" charset="0"/>
              <a:buChar char="•"/>
              <a:defRPr>
                <a:solidFill>
                  <a:schemeClr val="tx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8" name="Date Placeholder 1">
            <a:extLst>
              <a:ext uri="{FF2B5EF4-FFF2-40B4-BE49-F238E27FC236}">
                <a16:creationId xmlns:a16="http://schemas.microsoft.com/office/drawing/2014/main" id="{2DCC7554-6615-4584-921E-91285C62C09D}"/>
              </a:ext>
            </a:extLst>
          </p:cNvPr>
          <p:cNvSpPr>
            <a:spLocks noGrp="1"/>
          </p:cNvSpPr>
          <p:nvPr>
            <p:ph type="dt" sz="half" idx="10"/>
          </p:nvPr>
        </p:nvSpPr>
        <p:spPr>
          <a:xfrm>
            <a:off x="7909560" y="6409944"/>
            <a:ext cx="3703320" cy="448056"/>
          </a:xfrm>
        </p:spPr>
        <p:txBody>
          <a:bodyPr/>
          <a:lstStyle/>
          <a:p>
            <a:r>
              <a:rPr lang="en-US"/>
              <a:t>20XX</a:t>
            </a:r>
            <a:endParaRPr lang="en-US" dirty="0"/>
          </a:p>
        </p:txBody>
      </p:sp>
      <p:sp>
        <p:nvSpPr>
          <p:cNvPr id="49" name="Slide Number Placeholder 3">
            <a:extLst>
              <a:ext uri="{FF2B5EF4-FFF2-40B4-BE49-F238E27FC236}">
                <a16:creationId xmlns:a16="http://schemas.microsoft.com/office/drawing/2014/main" id="{564CDF61-B448-4746-A22C-52C864C153BF}"/>
              </a:ext>
            </a:extLst>
          </p:cNvPr>
          <p:cNvSpPr>
            <a:spLocks noGrp="1"/>
          </p:cNvSpPr>
          <p:nvPr>
            <p:ph type="sldNum" sz="quarter" idx="12"/>
          </p:nvPr>
        </p:nvSpPr>
        <p:spPr>
          <a:xfrm>
            <a:off x="11667744" y="6409944"/>
            <a:ext cx="438912" cy="448056"/>
          </a:xfrm>
        </p:spPr>
        <p:txBody>
          <a:bodyPr/>
          <a:lstStyle/>
          <a:p>
            <a:fld id="{C01389E6-C847-4AD0-B56D-D205B2EAB1EE}" type="slidenum">
              <a:rPr lang="en-US" smtClean="0"/>
              <a:t>‹#›</a:t>
            </a:fld>
            <a:endParaRPr lang="en-US" dirty="0"/>
          </a:p>
        </p:txBody>
      </p:sp>
    </p:spTree>
    <p:extLst>
      <p:ext uri="{BB962C8B-B14F-4D97-AF65-F5344CB8AC3E}">
        <p14:creationId xmlns:p14="http://schemas.microsoft.com/office/powerpoint/2010/main" val="9448714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and Char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EAC469D-C64C-4BB7-AB03-E450F8888010}"/>
              </a:ext>
              <a:ext uri="{C183D7F6-B498-43B3-948B-1728B52AA6E4}">
                <adec:decorative xmlns:adec="http://schemas.microsoft.com/office/drawing/2017/decorative" val="1"/>
              </a:ext>
            </a:extLst>
          </p:cNvPr>
          <p:cNvGrpSpPr/>
          <p:nvPr userDrawn="1"/>
        </p:nvGrpSpPr>
        <p:grpSpPr>
          <a:xfrm>
            <a:off x="0" y="-978646"/>
            <a:ext cx="12192003" cy="3376039"/>
            <a:chOff x="0" y="-978646"/>
            <a:chExt cx="12192003" cy="3376039"/>
          </a:xfrm>
        </p:grpSpPr>
        <p:sp>
          <p:nvSpPr>
            <p:cNvPr id="7" name="Rectangle 6">
              <a:extLst>
                <a:ext uri="{FF2B5EF4-FFF2-40B4-BE49-F238E27FC236}">
                  <a16:creationId xmlns:a16="http://schemas.microsoft.com/office/drawing/2014/main" id="{4EC0C88D-87E5-47C3-AA92-269E45C85DD1}"/>
                </a:ext>
                <a:ext uri="{C183D7F6-B498-43B3-948B-1728B52AA6E4}">
                  <adec:decorative xmlns:adec="http://schemas.microsoft.com/office/drawing/2017/decorative" val="1"/>
                </a:ext>
              </a:extLst>
            </p:cNvPr>
            <p:cNvSpPr/>
            <p:nvPr userDrawn="1"/>
          </p:nvSpPr>
          <p:spPr>
            <a:xfrm rot="10800000" flipH="1">
              <a:off x="0" y="1"/>
              <a:ext cx="12192003" cy="2397392"/>
            </a:xfrm>
            <a:prstGeom prst="rect">
              <a:avLst/>
            </a:prstGeom>
            <a:gradFill>
              <a:gsLst>
                <a:gs pos="8000">
                  <a:schemeClr val="accent6"/>
                </a:gs>
                <a:gs pos="86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12C7D5-A921-47A9-8619-DD3D6EC8142C}"/>
                </a:ext>
                <a:ext uri="{C183D7F6-B498-43B3-948B-1728B52AA6E4}">
                  <adec:decorative xmlns:adec="http://schemas.microsoft.com/office/drawing/2017/decorative" val="1"/>
                </a:ext>
              </a:extLst>
            </p:cNvPr>
            <p:cNvSpPr/>
            <p:nvPr userDrawn="1"/>
          </p:nvSpPr>
          <p:spPr>
            <a:xfrm rot="14834054">
              <a:off x="4822383" y="-1739232"/>
              <a:ext cx="3118759" cy="4639931"/>
            </a:xfrm>
            <a:custGeom>
              <a:avLst/>
              <a:gdLst>
                <a:gd name="connsiteX0" fmla="*/ 3118759 w 3118759"/>
                <a:gd name="connsiteY0" fmla="*/ 79510 h 4639931"/>
                <a:gd name="connsiteX1" fmla="*/ 1204940 w 3118759"/>
                <a:gd name="connsiteY1" fmla="*/ 4639931 h 4639931"/>
                <a:gd name="connsiteX2" fmla="*/ 1103495 w 3118759"/>
                <a:gd name="connsiteY2" fmla="*/ 4578302 h 4639931"/>
                <a:gd name="connsiteX3" fmla="*/ 0 w 3118759"/>
                <a:gd name="connsiteY3" fmla="*/ 2502877 h 4639931"/>
                <a:gd name="connsiteX4" fmla="*/ 2502877 w 3118759"/>
                <a:gd name="connsiteY4" fmla="*/ 0 h 4639931"/>
                <a:gd name="connsiteX5" fmla="*/ 3007294 w 3118759"/>
                <a:gd name="connsiteY5" fmla="*/ 50850 h 463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8759" h="4639931">
                  <a:moveTo>
                    <a:pt x="3118759" y="79510"/>
                  </a:moveTo>
                  <a:lnTo>
                    <a:pt x="1204940" y="4639931"/>
                  </a:lnTo>
                  <a:lnTo>
                    <a:pt x="1103495" y="4578302"/>
                  </a:lnTo>
                  <a:cubicBezTo>
                    <a:pt x="437725" y="4128517"/>
                    <a:pt x="0" y="3366815"/>
                    <a:pt x="0" y="2502877"/>
                  </a:cubicBezTo>
                  <a:cubicBezTo>
                    <a:pt x="0" y="1120576"/>
                    <a:pt x="1120576" y="0"/>
                    <a:pt x="2502877" y="0"/>
                  </a:cubicBezTo>
                  <a:cubicBezTo>
                    <a:pt x="2675665" y="0"/>
                    <a:pt x="2844363" y="17509"/>
                    <a:pt x="3007294" y="50850"/>
                  </a:cubicBezTo>
                  <a:close/>
                </a:path>
              </a:pathLst>
            </a:custGeom>
            <a:gradFill>
              <a:gsLst>
                <a:gs pos="0">
                  <a:schemeClr val="accent6">
                    <a:alpha val="12000"/>
                  </a:schemeClr>
                </a:gs>
                <a:gs pos="100000">
                  <a:schemeClr val="accent6">
                    <a:lumMod val="60000"/>
                    <a:lumOff val="40000"/>
                    <a:alpha val="2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Rectangle 8">
              <a:extLst>
                <a:ext uri="{FF2B5EF4-FFF2-40B4-BE49-F238E27FC236}">
                  <a16:creationId xmlns:a16="http://schemas.microsoft.com/office/drawing/2014/main" id="{34315B16-F859-4692-83E7-34DB868379B2}"/>
                </a:ext>
                <a:ext uri="{C183D7F6-B498-43B3-948B-1728B52AA6E4}">
                  <adec:decorative xmlns:adec="http://schemas.microsoft.com/office/drawing/2017/decorative" val="1"/>
                </a:ext>
              </a:extLst>
            </p:cNvPr>
            <p:cNvSpPr/>
            <p:nvPr userDrawn="1"/>
          </p:nvSpPr>
          <p:spPr>
            <a:xfrm flipH="1">
              <a:off x="4060818" y="0"/>
              <a:ext cx="8115300" cy="1945408"/>
            </a:xfrm>
            <a:prstGeom prst="rect">
              <a:avLst/>
            </a:prstGeom>
            <a:gradFill>
              <a:gsLst>
                <a:gs pos="0">
                  <a:schemeClr val="accent6">
                    <a:alpha val="16000"/>
                  </a:schemeClr>
                </a:gs>
                <a:gs pos="62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CAFE0F35-0AE7-48AB-9005-F1DB4BD0B473}"/>
              </a:ext>
            </a:extLst>
          </p:cNvPr>
          <p:cNvSpPr>
            <a:spLocks noGrp="1"/>
          </p:cNvSpPr>
          <p:nvPr>
            <p:ph type="title" hasCustomPrompt="1"/>
          </p:nvPr>
        </p:nvSpPr>
        <p:spPr>
          <a:xfrm>
            <a:off x="975360" y="795528"/>
            <a:ext cx="10241280" cy="1234440"/>
          </a:xfrm>
        </p:spPr>
        <p:txBody>
          <a:bodyPr>
            <a:noAutofit/>
          </a:bodyPr>
          <a:lstStyle>
            <a:lvl1pPr>
              <a:defRPr>
                <a:solidFill>
                  <a:schemeClr val="tx1"/>
                </a:solidFill>
              </a:defRPr>
            </a:lvl1pPr>
          </a:lstStyle>
          <a:p>
            <a:r>
              <a:rPr lang="en-US" dirty="0"/>
              <a:t>Click to add title</a:t>
            </a:r>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a:xfrm rot="5400000">
            <a:off x="-928949" y="1011245"/>
            <a:ext cx="2315098" cy="457200"/>
          </a:xfrm>
        </p:spPr>
        <p:txBody>
          <a:bodyPr/>
          <a:lstStyle>
            <a:lvl1pPr>
              <a:defRPr>
                <a:solidFill>
                  <a:schemeClr val="bg1"/>
                </a:solidFill>
              </a:defRPr>
            </a:lvl1pPr>
          </a:lstStyle>
          <a:p>
            <a:r>
              <a:rPr lang="en-US" dirty="0"/>
              <a:t>Presentation Title</a:t>
            </a:r>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hasCustomPrompt="1"/>
          </p:nvPr>
        </p:nvSpPr>
        <p:spPr>
          <a:xfrm>
            <a:off x="975360" y="2825496"/>
            <a:ext cx="10241280" cy="318639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dirty="0"/>
          </a:p>
        </p:txBody>
      </p:sp>
    </p:spTree>
    <p:extLst>
      <p:ext uri="{BB962C8B-B14F-4D97-AF65-F5344CB8AC3E}">
        <p14:creationId xmlns:p14="http://schemas.microsoft.com/office/powerpoint/2010/main" val="1946909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en-US"/>
              <a:t>20XX</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en-US"/>
              <a:t>Presentation Title</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C01389E6-C847-4AD0-B56D-D205B2EAB1EE}" type="slidenum">
              <a:rPr lang="en-US" smtClean="0"/>
              <a:pPr/>
              <a:t>‹#›</a:t>
            </a:fld>
            <a:endParaRPr lang="en-US" dirty="0"/>
          </a:p>
        </p:txBody>
      </p:sp>
      <p:grpSp>
        <p:nvGrpSpPr>
          <p:cNvPr id="7" name="Group 6">
            <a:extLst>
              <a:ext uri="{FF2B5EF4-FFF2-40B4-BE49-F238E27FC236}">
                <a16:creationId xmlns:a16="http://schemas.microsoft.com/office/drawing/2014/main" id="{B450EC15-9C35-A8AE-A25E-7A1F58027574}"/>
              </a:ext>
              <a:ext uri="{C183D7F6-B498-43B3-948B-1728B52AA6E4}">
                <adec:decorative xmlns:adec="http://schemas.microsoft.com/office/drawing/2017/decorative" val="1"/>
              </a:ext>
            </a:extLst>
          </p:cNvPr>
          <p:cNvGrpSpPr/>
          <p:nvPr userDrawn="1"/>
        </p:nvGrpSpPr>
        <p:grpSpPr>
          <a:xfrm>
            <a:off x="0" y="6409177"/>
            <a:ext cx="12192000" cy="456774"/>
            <a:chOff x="0" y="6401226"/>
            <a:chExt cx="12192000" cy="456774"/>
          </a:xfrm>
        </p:grpSpPr>
        <p:sp>
          <p:nvSpPr>
            <p:cNvPr id="8" name="Rectangle 7">
              <a:extLst>
                <a:ext uri="{FF2B5EF4-FFF2-40B4-BE49-F238E27FC236}">
                  <a16:creationId xmlns:a16="http://schemas.microsoft.com/office/drawing/2014/main" id="{4A667A9A-F322-FD4E-43FC-48FDBA9BB67C}"/>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FB1E5B8-1A2B-90A1-4F53-BE67CA96834C}"/>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99259882"/>
      </p:ext>
    </p:extLst>
  </p:cSld>
  <p:clrMap bg1="dk1" tx1="lt1" bg2="dk2" tx2="lt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Lst>
  <p:hf hdr="0" ft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image" Target="../media/image16.jpg"/><Relationship Id="rId1" Type="http://schemas.openxmlformats.org/officeDocument/2006/relationships/slideLayout" Target="../slideLayouts/slideLayout24.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0F0A-3BC6-A4BF-0161-DCE0CBC0C609}"/>
              </a:ext>
            </a:extLst>
          </p:cNvPr>
          <p:cNvSpPr>
            <a:spLocks noGrp="1"/>
          </p:cNvSpPr>
          <p:nvPr>
            <p:ph type="title"/>
          </p:nvPr>
        </p:nvSpPr>
        <p:spPr>
          <a:xfrm>
            <a:off x="975360" y="2163502"/>
            <a:ext cx="10241280" cy="3394596"/>
          </a:xfrm>
        </p:spPr>
        <p:txBody>
          <a:bodyPr/>
          <a:lstStyle/>
          <a:p>
            <a:pPr marL="0" marR="0" lvl="0" indent="0" algn="l" rtl="0">
              <a:lnSpc>
                <a:spcPct val="100000"/>
              </a:lnSpc>
              <a:spcBef>
                <a:spcPts val="1000"/>
              </a:spcBef>
              <a:spcAft>
                <a:spcPts val="0"/>
              </a:spcAft>
              <a:buClr>
                <a:schemeClr val="dk1"/>
              </a:buClr>
              <a:buSzPts val="1100"/>
              <a:buFont typeface="Arial"/>
              <a:buNone/>
            </a:pPr>
            <a:r>
              <a:rPr lang="en-GB" sz="3600" b="1" i="0" u="none" strike="noStrike" cap="none" dirty="0">
                <a:solidFill>
                  <a:schemeClr val="dk1"/>
                </a:solidFill>
                <a:latin typeface="Lato"/>
                <a:ea typeface="Lato"/>
                <a:cs typeface="Lato"/>
                <a:sym typeface="Lato"/>
              </a:rPr>
              <a:t>Amazon E-Commerce Analysis</a:t>
            </a:r>
            <a:endParaRPr lang="en-GB" sz="3600" b="1" i="0" u="none" strike="noStrike" cap="none" dirty="0">
              <a:solidFill>
                <a:srgbClr val="000000"/>
              </a:solidFill>
              <a:latin typeface="Lato"/>
              <a:ea typeface="Lato"/>
              <a:cs typeface="Lato"/>
              <a:sym typeface="Lato"/>
            </a:endParaRPr>
          </a:p>
        </p:txBody>
      </p:sp>
      <p:pic>
        <p:nvPicPr>
          <p:cNvPr id="1026" name="Picture 2" descr="Logo Amazon PNG">
            <a:extLst>
              <a:ext uri="{FF2B5EF4-FFF2-40B4-BE49-F238E27FC236}">
                <a16:creationId xmlns:a16="http://schemas.microsoft.com/office/drawing/2014/main" id="{210270F6-3256-24C9-7AA5-761022203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709718"/>
            <a:ext cx="7702550" cy="23197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A83E5B1-6C29-12C1-7A04-93D10B91B188}"/>
              </a:ext>
            </a:extLst>
          </p:cNvPr>
          <p:cNvSpPr txBox="1"/>
          <p:nvPr/>
        </p:nvSpPr>
        <p:spPr>
          <a:xfrm>
            <a:off x="9077325" y="5317285"/>
            <a:ext cx="2597150" cy="830997"/>
          </a:xfrm>
          <a:prstGeom prst="rect">
            <a:avLst/>
          </a:prstGeom>
          <a:noFill/>
        </p:spPr>
        <p:txBody>
          <a:bodyPr wrap="square" rtlCol="0">
            <a:spAutoFit/>
          </a:bodyPr>
          <a:lstStyle/>
          <a:p>
            <a:pPr algn="ctr"/>
            <a:r>
              <a:rPr lang="en-US" sz="2400" dirty="0">
                <a:solidFill>
                  <a:schemeClr val="bg1"/>
                </a:solidFill>
              </a:rPr>
              <a:t>Submitted By</a:t>
            </a:r>
          </a:p>
          <a:p>
            <a:pPr algn="ctr"/>
            <a:r>
              <a:rPr lang="en-US" sz="2400" b="1" dirty="0">
                <a:solidFill>
                  <a:schemeClr val="bg1"/>
                </a:solidFill>
              </a:rPr>
              <a:t>GAGAN</a:t>
            </a:r>
          </a:p>
        </p:txBody>
      </p:sp>
    </p:spTree>
    <p:extLst>
      <p:ext uri="{BB962C8B-B14F-4D97-AF65-F5344CB8AC3E}">
        <p14:creationId xmlns:p14="http://schemas.microsoft.com/office/powerpoint/2010/main" val="3899882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6C86C-18B1-9DCD-7CED-E3932EBBE3E5}"/>
              </a:ext>
            </a:extLst>
          </p:cNvPr>
          <p:cNvSpPr>
            <a:spLocks noGrp="1"/>
          </p:cNvSpPr>
          <p:nvPr>
            <p:ph type="title"/>
          </p:nvPr>
        </p:nvSpPr>
        <p:spPr/>
        <p:txBody>
          <a:bodyPr/>
          <a:lstStyle/>
          <a:p>
            <a:r>
              <a:rPr lang="en-US" dirty="0">
                <a:solidFill>
                  <a:schemeClr val="bg1"/>
                </a:solidFill>
              </a:rPr>
              <a:t>Agenda</a:t>
            </a:r>
          </a:p>
        </p:txBody>
      </p:sp>
      <p:sp>
        <p:nvSpPr>
          <p:cNvPr id="3" name="Content Placeholder 2">
            <a:extLst>
              <a:ext uri="{FF2B5EF4-FFF2-40B4-BE49-F238E27FC236}">
                <a16:creationId xmlns:a16="http://schemas.microsoft.com/office/drawing/2014/main" id="{6AE5548C-6AE1-979F-8462-BC4197999AA5}"/>
              </a:ext>
            </a:extLst>
          </p:cNvPr>
          <p:cNvSpPr>
            <a:spLocks noGrp="1"/>
          </p:cNvSpPr>
          <p:nvPr>
            <p:ph sz="quarter" idx="16"/>
          </p:nvPr>
        </p:nvSpPr>
        <p:spPr/>
        <p:txBody>
          <a:bodyPr>
            <a:normAutofit/>
          </a:bodyPr>
          <a:lstStyle/>
          <a:p>
            <a:pPr marL="457200" marR="0" lvl="0" indent="-342900" algn="l" rtl="0">
              <a:lnSpc>
                <a:spcPct val="115000"/>
              </a:lnSpc>
              <a:spcBef>
                <a:spcPts val="0"/>
              </a:spcBef>
              <a:spcAft>
                <a:spcPts val="0"/>
              </a:spcAft>
              <a:buClr>
                <a:srgbClr val="000000"/>
              </a:buClr>
              <a:buSzPts val="1800"/>
              <a:buFont typeface="Lato"/>
              <a:buChar char="❏"/>
            </a:pPr>
            <a:r>
              <a:rPr lang="en-US" sz="2000" b="0" i="0" u="none" strike="noStrike" cap="none" dirty="0">
                <a:solidFill>
                  <a:srgbClr val="000000"/>
                </a:solidFill>
                <a:latin typeface="Lato"/>
                <a:ea typeface="Lato"/>
                <a:cs typeface="Lato"/>
                <a:sym typeface="Lato"/>
              </a:rPr>
              <a:t>Problem Statement</a:t>
            </a:r>
          </a:p>
          <a:p>
            <a:pPr marL="457200" marR="0" lvl="0" indent="0" algn="l" rtl="0">
              <a:lnSpc>
                <a:spcPct val="115000"/>
              </a:lnSpc>
              <a:spcBef>
                <a:spcPts val="0"/>
              </a:spcBef>
              <a:spcAft>
                <a:spcPts val="0"/>
              </a:spcAft>
              <a:buClr>
                <a:srgbClr val="000000"/>
              </a:buClr>
              <a:buSzPts val="1800"/>
              <a:buFont typeface="Arial"/>
              <a:buNone/>
            </a:pPr>
            <a:endParaRPr lang="en-US" sz="2000" b="0" i="0" u="none" strike="noStrike" cap="none" dirty="0">
              <a:solidFill>
                <a:srgbClr val="000000"/>
              </a:solidFill>
              <a:latin typeface="Lato"/>
              <a:ea typeface="Lato"/>
              <a:cs typeface="Lato"/>
              <a:sym typeface="Lato"/>
            </a:endParaRPr>
          </a:p>
          <a:p>
            <a:pPr marL="457200" marR="0" lvl="0" indent="-342900" algn="l" rtl="0">
              <a:lnSpc>
                <a:spcPct val="115000"/>
              </a:lnSpc>
              <a:spcBef>
                <a:spcPts val="0"/>
              </a:spcBef>
              <a:spcAft>
                <a:spcPts val="0"/>
              </a:spcAft>
              <a:buClr>
                <a:srgbClr val="000000"/>
              </a:buClr>
              <a:buSzPts val="1800"/>
              <a:buFont typeface="Lato"/>
              <a:buChar char="❏"/>
            </a:pPr>
            <a:r>
              <a:rPr lang="en-US" sz="2000" b="0" i="0" u="none" strike="noStrike" cap="none" dirty="0">
                <a:solidFill>
                  <a:srgbClr val="000000"/>
                </a:solidFill>
                <a:latin typeface="Lato"/>
                <a:ea typeface="Lato"/>
                <a:cs typeface="Lato"/>
                <a:sym typeface="Lato"/>
              </a:rPr>
              <a:t>Data Description</a:t>
            </a:r>
          </a:p>
          <a:p>
            <a:pPr marL="457200" marR="0" lvl="0" indent="0" algn="l" rtl="0">
              <a:lnSpc>
                <a:spcPct val="115000"/>
              </a:lnSpc>
              <a:spcBef>
                <a:spcPts val="0"/>
              </a:spcBef>
              <a:spcAft>
                <a:spcPts val="0"/>
              </a:spcAft>
              <a:buClr>
                <a:srgbClr val="000000"/>
              </a:buClr>
              <a:buSzPts val="1800"/>
              <a:buFont typeface="Arial"/>
              <a:buNone/>
            </a:pPr>
            <a:endParaRPr lang="en-US" sz="2000" b="0" i="0" u="none" strike="noStrike" cap="none" dirty="0">
              <a:solidFill>
                <a:srgbClr val="000000"/>
              </a:solidFill>
              <a:latin typeface="Lato"/>
              <a:ea typeface="Lato"/>
              <a:cs typeface="Lato"/>
              <a:sym typeface="Lato"/>
            </a:endParaRPr>
          </a:p>
          <a:p>
            <a:pPr marL="457200" marR="0" lvl="0" indent="-342900" algn="l" rtl="0">
              <a:lnSpc>
                <a:spcPct val="115000"/>
              </a:lnSpc>
              <a:spcBef>
                <a:spcPts val="0"/>
              </a:spcBef>
              <a:spcAft>
                <a:spcPts val="0"/>
              </a:spcAft>
              <a:buClr>
                <a:srgbClr val="000000"/>
              </a:buClr>
              <a:buSzPts val="1800"/>
              <a:buFont typeface="Lato"/>
              <a:buChar char="❏"/>
            </a:pPr>
            <a:r>
              <a:rPr lang="en-US" sz="2000" b="0" i="0" u="none" strike="noStrike" cap="none" dirty="0">
                <a:solidFill>
                  <a:srgbClr val="000000"/>
                </a:solidFill>
                <a:latin typeface="Lato"/>
                <a:ea typeface="Lato"/>
                <a:cs typeface="Lato"/>
                <a:sym typeface="Lato"/>
              </a:rPr>
              <a:t>Key Metrics and Visualizations</a:t>
            </a:r>
          </a:p>
          <a:p>
            <a:pPr marL="457200" marR="0" lvl="0" indent="0" algn="l" rtl="0">
              <a:lnSpc>
                <a:spcPct val="115000"/>
              </a:lnSpc>
              <a:spcBef>
                <a:spcPts val="0"/>
              </a:spcBef>
              <a:spcAft>
                <a:spcPts val="0"/>
              </a:spcAft>
              <a:buClr>
                <a:srgbClr val="000000"/>
              </a:buClr>
              <a:buSzPts val="1800"/>
              <a:buFont typeface="Arial"/>
              <a:buNone/>
            </a:pPr>
            <a:endParaRPr lang="en-US" sz="2000" b="0" i="0" u="none" strike="noStrike" cap="none" dirty="0">
              <a:solidFill>
                <a:srgbClr val="000000"/>
              </a:solidFill>
              <a:latin typeface="Lato"/>
              <a:ea typeface="Lato"/>
              <a:cs typeface="Lato"/>
              <a:sym typeface="Lato"/>
            </a:endParaRPr>
          </a:p>
          <a:p>
            <a:pPr marL="457200" marR="0" lvl="0" indent="-342900" algn="l" rtl="0">
              <a:lnSpc>
                <a:spcPct val="115000"/>
              </a:lnSpc>
              <a:spcBef>
                <a:spcPts val="0"/>
              </a:spcBef>
              <a:spcAft>
                <a:spcPts val="0"/>
              </a:spcAft>
              <a:buClr>
                <a:srgbClr val="000000"/>
              </a:buClr>
              <a:buSzPts val="1800"/>
              <a:buFont typeface="Lato"/>
              <a:buChar char="❏"/>
            </a:pPr>
            <a:r>
              <a:rPr lang="en-US" sz="2000" b="0" i="0" u="none" strike="noStrike" cap="none" dirty="0">
                <a:solidFill>
                  <a:srgbClr val="000000"/>
                </a:solidFill>
                <a:latin typeface="Lato"/>
                <a:ea typeface="Lato"/>
                <a:cs typeface="Lato"/>
                <a:sym typeface="Lato"/>
              </a:rPr>
              <a:t>Dashboard Report</a:t>
            </a:r>
          </a:p>
          <a:p>
            <a:pPr marL="457200" marR="0" lvl="0" indent="-342900" algn="l" rtl="0">
              <a:lnSpc>
                <a:spcPct val="115000"/>
              </a:lnSpc>
              <a:spcBef>
                <a:spcPts val="0"/>
              </a:spcBef>
              <a:spcAft>
                <a:spcPts val="0"/>
              </a:spcAft>
              <a:buClr>
                <a:srgbClr val="000000"/>
              </a:buClr>
              <a:buSzPts val="1800"/>
              <a:buFont typeface="Lato"/>
              <a:buChar char="❏"/>
            </a:pPr>
            <a:endParaRPr lang="en-US" dirty="0">
              <a:solidFill>
                <a:srgbClr val="000000"/>
              </a:solidFill>
              <a:latin typeface="Lato"/>
              <a:ea typeface="Lato"/>
              <a:cs typeface="Lato"/>
              <a:sym typeface="Lato"/>
            </a:endParaRPr>
          </a:p>
          <a:p>
            <a:pPr marL="457200" marR="0" lvl="0" indent="-342900" algn="l" rtl="0">
              <a:lnSpc>
                <a:spcPct val="115000"/>
              </a:lnSpc>
              <a:spcBef>
                <a:spcPts val="0"/>
              </a:spcBef>
              <a:spcAft>
                <a:spcPts val="0"/>
              </a:spcAft>
              <a:buClr>
                <a:srgbClr val="000000"/>
              </a:buClr>
              <a:buSzPts val="1800"/>
              <a:buFont typeface="Lato"/>
              <a:buChar char="❏"/>
            </a:pPr>
            <a:r>
              <a:rPr lang="en-US" dirty="0">
                <a:solidFill>
                  <a:srgbClr val="000000"/>
                </a:solidFill>
                <a:latin typeface="Lato"/>
                <a:ea typeface="Lato"/>
                <a:cs typeface="Lato"/>
                <a:sym typeface="Lato"/>
              </a:rPr>
              <a:t>Recommendation</a:t>
            </a:r>
            <a:endParaRPr lang="en-US" sz="2000" b="0" i="0" u="none" strike="noStrike" cap="none" dirty="0">
              <a:solidFill>
                <a:srgbClr val="000000"/>
              </a:solidFill>
              <a:latin typeface="Lato"/>
              <a:ea typeface="Lato"/>
              <a:cs typeface="Lato"/>
              <a:sym typeface="Lato"/>
            </a:endParaRPr>
          </a:p>
        </p:txBody>
      </p:sp>
      <p:sp>
        <p:nvSpPr>
          <p:cNvPr id="4" name="Slide Number Placeholder 3">
            <a:extLst>
              <a:ext uri="{FF2B5EF4-FFF2-40B4-BE49-F238E27FC236}">
                <a16:creationId xmlns:a16="http://schemas.microsoft.com/office/drawing/2014/main" id="{CFF7126C-384F-56F2-D9A3-16840F27A350}"/>
              </a:ext>
            </a:extLst>
          </p:cNvPr>
          <p:cNvSpPr>
            <a:spLocks noGrp="1"/>
          </p:cNvSpPr>
          <p:nvPr>
            <p:ph type="sldNum" sz="quarter" idx="12"/>
          </p:nvPr>
        </p:nvSpPr>
        <p:spPr/>
        <p:txBody>
          <a:bodyPr/>
          <a:lstStyle/>
          <a:p>
            <a:fld id="{39A857F5-96C8-461D-A78C-38E92FE1C522}" type="slidenum">
              <a:rPr lang="en-US" smtClean="0"/>
              <a:pPr/>
              <a:t>2</a:t>
            </a:fld>
            <a:endParaRPr lang="en-US" dirty="0"/>
          </a:p>
        </p:txBody>
      </p:sp>
    </p:spTree>
    <p:extLst>
      <p:ext uri="{BB962C8B-B14F-4D97-AF65-F5344CB8AC3E}">
        <p14:creationId xmlns:p14="http://schemas.microsoft.com/office/powerpoint/2010/main" val="3423723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1D89C-9618-B2EB-EB94-00E6CF5F7FDE}"/>
              </a:ext>
            </a:extLst>
          </p:cNvPr>
          <p:cNvSpPr>
            <a:spLocks noGrp="1"/>
          </p:cNvSpPr>
          <p:nvPr>
            <p:ph type="title"/>
          </p:nvPr>
        </p:nvSpPr>
        <p:spPr>
          <a:xfrm>
            <a:off x="741872" y="548640"/>
            <a:ext cx="9710228" cy="2588260"/>
          </a:xfrm>
        </p:spPr>
        <p:txBody>
          <a:bodyPr>
            <a:normAutofit fontScale="90000"/>
          </a:bodyPr>
          <a:lstStyle/>
          <a:p>
            <a:pPr marL="0" marR="0" lvl="0" indent="0" algn="l" rtl="0">
              <a:lnSpc>
                <a:spcPct val="150000"/>
              </a:lnSpc>
              <a:spcBef>
                <a:spcPts val="0"/>
              </a:spcBef>
              <a:spcAft>
                <a:spcPts val="0"/>
              </a:spcAft>
              <a:buClr>
                <a:srgbClr val="000000"/>
              </a:buClr>
              <a:buSzPts val="1600"/>
              <a:buFont typeface="Arial"/>
              <a:buNone/>
            </a:pPr>
            <a:r>
              <a:rPr lang="en-US" sz="2000" b="1" i="0" u="none" strike="noStrike" cap="none" spc="0" dirty="0">
                <a:solidFill>
                  <a:schemeClr val="dk1"/>
                </a:solidFill>
                <a:latin typeface="Lato"/>
                <a:ea typeface="Lato"/>
                <a:cs typeface="Lato"/>
                <a:sym typeface="Lato"/>
              </a:rPr>
              <a:t>Problem Statement</a:t>
            </a:r>
            <a:br>
              <a:rPr lang="en-US" sz="1800" b="0" i="0" u="none" strike="noStrike" cap="none" spc="0" dirty="0">
                <a:solidFill>
                  <a:schemeClr val="dk1"/>
                </a:solidFill>
                <a:latin typeface="Lato"/>
                <a:ea typeface="Lato"/>
                <a:cs typeface="Lato"/>
                <a:sym typeface="Lato"/>
              </a:rPr>
            </a:br>
            <a:r>
              <a:rPr lang="en-US" sz="1800" b="0" i="0" u="none" strike="noStrike" cap="none" spc="0" dirty="0">
                <a:solidFill>
                  <a:schemeClr val="dk1"/>
                </a:solidFill>
                <a:latin typeface="Lato"/>
                <a:ea typeface="Lato"/>
                <a:cs typeface="Lato"/>
                <a:sym typeface="Lato"/>
              </a:rPr>
              <a:t>You are working as a business analyst at Amazon, a company currently performing well. The stakeholders wish to maintain this level of performance and seek improvement. For this purpose, they want to devise new strategies. You are part of a team exploring new ways to benefit customers, such as offering more discounts and Prime membership perks. Could you suggest additional methods to identify and reward customers and enhance their shopping experience?</a:t>
            </a:r>
          </a:p>
        </p:txBody>
      </p:sp>
      <p:pic>
        <p:nvPicPr>
          <p:cNvPr id="5" name="Google Shape;67;p3">
            <a:extLst>
              <a:ext uri="{FF2B5EF4-FFF2-40B4-BE49-F238E27FC236}">
                <a16:creationId xmlns:a16="http://schemas.microsoft.com/office/drawing/2014/main" id="{8B81BDB0-B060-1698-50B4-8BEA6A710725}"/>
              </a:ext>
            </a:extLst>
          </p:cNvPr>
          <p:cNvPicPr preferRelativeResize="0"/>
          <p:nvPr/>
        </p:nvPicPr>
        <p:blipFill rotWithShape="1">
          <a:blip r:embed="rId3">
            <a:alphaModFix/>
          </a:blip>
          <a:srcRect/>
          <a:stretch/>
        </p:blipFill>
        <p:spPr>
          <a:xfrm>
            <a:off x="1155186" y="3225800"/>
            <a:ext cx="9525514" cy="3479800"/>
          </a:xfrm>
          <a:prstGeom prst="rect">
            <a:avLst/>
          </a:prstGeom>
          <a:noFill/>
          <a:ln>
            <a:noFill/>
          </a:ln>
        </p:spPr>
      </p:pic>
    </p:spTree>
    <p:extLst>
      <p:ext uri="{BB962C8B-B14F-4D97-AF65-F5344CB8AC3E}">
        <p14:creationId xmlns:p14="http://schemas.microsoft.com/office/powerpoint/2010/main" val="2065141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8AF5-09B8-C7DB-CEFA-6509CB985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70361-7949-4D39-BB3A-D658CCC2A352}"/>
              </a:ext>
            </a:extLst>
          </p:cNvPr>
          <p:cNvSpPr>
            <a:spLocks noGrp="1"/>
          </p:cNvSpPr>
          <p:nvPr>
            <p:ph type="title"/>
          </p:nvPr>
        </p:nvSpPr>
        <p:spPr/>
        <p:txBody>
          <a:bodyPr>
            <a:normAutofit/>
          </a:bodyPr>
          <a:lstStyle/>
          <a:p>
            <a:pPr marL="0" marR="0" lvl="0" indent="0" algn="l" rtl="0">
              <a:lnSpc>
                <a:spcPct val="115000"/>
              </a:lnSpc>
              <a:spcBef>
                <a:spcPts val="0"/>
              </a:spcBef>
              <a:spcAft>
                <a:spcPts val="0"/>
              </a:spcAft>
              <a:buClr>
                <a:srgbClr val="000000"/>
              </a:buClr>
              <a:buSzPts val="1800"/>
              <a:buFont typeface="Arial"/>
              <a:buNone/>
            </a:pPr>
            <a:r>
              <a:rPr lang="en-US" sz="3200" b="0" i="0" u="none" strike="noStrike" cap="none" spc="0" dirty="0">
                <a:solidFill>
                  <a:schemeClr val="dk1"/>
                </a:solidFill>
                <a:latin typeface="Lato"/>
                <a:ea typeface="Lato"/>
                <a:cs typeface="Lato"/>
                <a:sym typeface="Lato"/>
              </a:rPr>
              <a:t>The image above displays details about E-Commerce data, including:</a:t>
            </a:r>
          </a:p>
        </p:txBody>
      </p:sp>
      <p:sp>
        <p:nvSpPr>
          <p:cNvPr id="3" name="Text Placeholder 2">
            <a:extLst>
              <a:ext uri="{FF2B5EF4-FFF2-40B4-BE49-F238E27FC236}">
                <a16:creationId xmlns:a16="http://schemas.microsoft.com/office/drawing/2014/main" id="{7E4B975F-07F1-A2BB-E63E-B496DA38ECD0}"/>
              </a:ext>
            </a:extLst>
          </p:cNvPr>
          <p:cNvSpPr>
            <a:spLocks noGrp="1"/>
          </p:cNvSpPr>
          <p:nvPr>
            <p:ph type="body" sz="quarter" idx="14"/>
          </p:nvPr>
        </p:nvSpPr>
        <p:spPr>
          <a:xfrm>
            <a:off x="975360" y="2408517"/>
            <a:ext cx="10241280" cy="4131983"/>
          </a:xfrm>
        </p:spPr>
        <p:txBody>
          <a:bodyPr>
            <a:normAutofit fontScale="85000" lnSpcReduction="20000"/>
          </a:bodyPr>
          <a:lstStyle/>
          <a:p>
            <a:pPr marL="457200" marR="0" lvl="0" indent="-323850" algn="l" rtl="0">
              <a:lnSpc>
                <a:spcPct val="100000"/>
              </a:lnSpc>
              <a:spcBef>
                <a:spcPts val="1200"/>
              </a:spcBef>
              <a:spcAft>
                <a:spcPts val="0"/>
              </a:spcAft>
              <a:buClr>
                <a:schemeClr val="dk1"/>
              </a:buClr>
              <a:buSzPts val="1500"/>
              <a:buFont typeface="Arial"/>
              <a:buChar char="➔"/>
            </a:pPr>
            <a:r>
              <a:rPr lang="en-US" sz="2400" b="1" i="0" u="none" strike="noStrike" cap="none" dirty="0" err="1">
                <a:solidFill>
                  <a:schemeClr val="dk1"/>
                </a:solidFill>
                <a:latin typeface="Lato"/>
                <a:ea typeface="Lato"/>
                <a:cs typeface="Lato"/>
                <a:sym typeface="Lato"/>
              </a:rPr>
              <a:t>OrderDate</a:t>
            </a:r>
            <a:r>
              <a:rPr lang="en-US" sz="2400" b="1" i="0" u="none" strike="noStrike" cap="none" dirty="0">
                <a:solidFill>
                  <a:schemeClr val="dk1"/>
                </a:solidFill>
                <a:latin typeface="Lato"/>
                <a:ea typeface="Lato"/>
                <a:cs typeface="Lato"/>
                <a:sym typeface="Lato"/>
              </a:rPr>
              <a:t>:</a:t>
            </a:r>
            <a:r>
              <a:rPr lang="en-US" sz="2400" b="0" i="0" u="none" strike="noStrike" cap="none" dirty="0">
                <a:solidFill>
                  <a:schemeClr val="dk1"/>
                </a:solidFill>
                <a:latin typeface="Lato"/>
                <a:ea typeface="Lato"/>
                <a:cs typeface="Lato"/>
                <a:sym typeface="Lato"/>
              </a:rPr>
              <a:t> The date when the order was placed.</a:t>
            </a:r>
          </a:p>
          <a:p>
            <a:pPr marL="457200" marR="0" lvl="0" indent="-323850" algn="l" rtl="0">
              <a:lnSpc>
                <a:spcPct val="100000"/>
              </a:lnSpc>
              <a:spcBef>
                <a:spcPts val="1200"/>
              </a:spcBef>
              <a:spcAft>
                <a:spcPts val="0"/>
              </a:spcAft>
              <a:buClr>
                <a:schemeClr val="dk1"/>
              </a:buClr>
              <a:buSzPts val="1500"/>
              <a:buFont typeface="Arial"/>
              <a:buChar char="➔"/>
            </a:pPr>
            <a:r>
              <a:rPr lang="en-US" sz="2400" b="1" i="0" u="none" strike="noStrike" cap="none" dirty="0" err="1">
                <a:solidFill>
                  <a:schemeClr val="dk1"/>
                </a:solidFill>
                <a:latin typeface="Lato"/>
                <a:ea typeface="Lato"/>
                <a:cs typeface="Lato"/>
                <a:sym typeface="Lato"/>
              </a:rPr>
              <a:t>OrderID</a:t>
            </a:r>
            <a:r>
              <a:rPr lang="en-US" sz="2400" b="1" i="0" u="none" strike="noStrike" cap="none" dirty="0">
                <a:solidFill>
                  <a:schemeClr val="dk1"/>
                </a:solidFill>
                <a:latin typeface="Lato"/>
                <a:ea typeface="Lato"/>
                <a:cs typeface="Lato"/>
                <a:sym typeface="Lato"/>
              </a:rPr>
              <a:t>:</a:t>
            </a:r>
            <a:r>
              <a:rPr lang="en-US" sz="2400" b="0" i="0" u="none" strike="noStrike" cap="none" dirty="0">
                <a:solidFill>
                  <a:schemeClr val="dk1"/>
                </a:solidFill>
                <a:latin typeface="Lato"/>
                <a:ea typeface="Lato"/>
                <a:cs typeface="Lato"/>
                <a:sym typeface="Lato"/>
              </a:rPr>
              <a:t> A unique identifier for each order.</a:t>
            </a:r>
          </a:p>
          <a:p>
            <a:pPr marL="457200" marR="0" lvl="0" indent="-323850" algn="l" rtl="0">
              <a:lnSpc>
                <a:spcPct val="100000"/>
              </a:lnSpc>
              <a:spcBef>
                <a:spcPts val="1200"/>
              </a:spcBef>
              <a:spcAft>
                <a:spcPts val="0"/>
              </a:spcAft>
              <a:buClr>
                <a:schemeClr val="dk1"/>
              </a:buClr>
              <a:buSzPts val="1500"/>
              <a:buFont typeface="Arial"/>
              <a:buChar char="➔"/>
            </a:pPr>
            <a:r>
              <a:rPr lang="en-US" sz="2400" b="1" i="0" u="none" strike="noStrike" cap="none" dirty="0">
                <a:solidFill>
                  <a:schemeClr val="dk1"/>
                </a:solidFill>
                <a:latin typeface="Lato"/>
                <a:ea typeface="Lato"/>
                <a:cs typeface="Lato"/>
                <a:sym typeface="Lato"/>
              </a:rPr>
              <a:t>Delivery Date:</a:t>
            </a:r>
            <a:r>
              <a:rPr lang="en-US" sz="2400" b="0" i="0" u="none" strike="noStrike" cap="none" dirty="0">
                <a:solidFill>
                  <a:schemeClr val="dk1"/>
                </a:solidFill>
                <a:latin typeface="Lato"/>
                <a:ea typeface="Lato"/>
                <a:cs typeface="Lato"/>
                <a:sym typeface="Lato"/>
              </a:rPr>
              <a:t> The date when the order is scheduled to be delivered.</a:t>
            </a:r>
          </a:p>
          <a:p>
            <a:pPr marL="457200" marR="0" lvl="0" indent="-323850" algn="l" rtl="0">
              <a:lnSpc>
                <a:spcPct val="100000"/>
              </a:lnSpc>
              <a:spcBef>
                <a:spcPts val="1200"/>
              </a:spcBef>
              <a:spcAft>
                <a:spcPts val="0"/>
              </a:spcAft>
              <a:buClr>
                <a:schemeClr val="dk1"/>
              </a:buClr>
              <a:buSzPts val="1500"/>
              <a:buFont typeface="Arial"/>
              <a:buChar char="➔"/>
            </a:pPr>
            <a:r>
              <a:rPr lang="en-US" sz="2400" b="1" i="0" u="none" strike="noStrike" cap="none" dirty="0" err="1">
                <a:solidFill>
                  <a:schemeClr val="dk1"/>
                </a:solidFill>
                <a:latin typeface="Lato"/>
                <a:ea typeface="Lato"/>
                <a:cs typeface="Lato"/>
                <a:sym typeface="Lato"/>
              </a:rPr>
              <a:t>CustomerID</a:t>
            </a:r>
            <a:r>
              <a:rPr lang="en-US" sz="2400" b="1" i="0" u="none" strike="noStrike" cap="none" dirty="0">
                <a:solidFill>
                  <a:schemeClr val="dk1"/>
                </a:solidFill>
                <a:latin typeface="Lato"/>
                <a:ea typeface="Lato"/>
                <a:cs typeface="Lato"/>
                <a:sym typeface="Lato"/>
              </a:rPr>
              <a:t>: </a:t>
            </a:r>
            <a:r>
              <a:rPr lang="en-US" sz="2400" b="0" i="0" u="none" strike="noStrike" cap="none" dirty="0">
                <a:solidFill>
                  <a:schemeClr val="dk1"/>
                </a:solidFill>
                <a:latin typeface="Lato"/>
                <a:ea typeface="Lato"/>
                <a:cs typeface="Lato"/>
                <a:sym typeface="Lato"/>
              </a:rPr>
              <a:t>A unique identifier for each customer.</a:t>
            </a:r>
          </a:p>
          <a:p>
            <a:pPr marL="457200" marR="0" lvl="0" indent="-323850" algn="l" rtl="0">
              <a:lnSpc>
                <a:spcPct val="100000"/>
              </a:lnSpc>
              <a:spcBef>
                <a:spcPts val="1200"/>
              </a:spcBef>
              <a:spcAft>
                <a:spcPts val="0"/>
              </a:spcAft>
              <a:buClr>
                <a:schemeClr val="dk1"/>
              </a:buClr>
              <a:buSzPts val="1500"/>
              <a:buFont typeface="Arial"/>
              <a:buChar char="➔"/>
            </a:pPr>
            <a:r>
              <a:rPr lang="en-US" sz="2400" b="1" i="0" u="none" strike="noStrike" cap="none" dirty="0">
                <a:solidFill>
                  <a:schemeClr val="dk1"/>
                </a:solidFill>
                <a:latin typeface="Lato"/>
                <a:ea typeface="Lato"/>
                <a:cs typeface="Lato"/>
                <a:sym typeface="Lato"/>
              </a:rPr>
              <a:t>Customer Age:</a:t>
            </a:r>
            <a:r>
              <a:rPr lang="en-US" sz="2400" b="0" i="0" u="none" strike="noStrike" cap="none" dirty="0">
                <a:solidFill>
                  <a:schemeClr val="dk1"/>
                </a:solidFill>
                <a:latin typeface="Lato"/>
                <a:ea typeface="Lato"/>
                <a:cs typeface="Lato"/>
                <a:sym typeface="Lato"/>
              </a:rPr>
              <a:t> The age of the customer.</a:t>
            </a:r>
          </a:p>
          <a:p>
            <a:pPr marL="457200" marR="0" lvl="0" indent="-323850" algn="l" rtl="0">
              <a:lnSpc>
                <a:spcPct val="100000"/>
              </a:lnSpc>
              <a:spcBef>
                <a:spcPts val="1200"/>
              </a:spcBef>
              <a:spcAft>
                <a:spcPts val="0"/>
              </a:spcAft>
              <a:buClr>
                <a:schemeClr val="dk1"/>
              </a:buClr>
              <a:buSzPts val="1500"/>
              <a:buFont typeface="Arial"/>
              <a:buChar char="➔"/>
            </a:pPr>
            <a:r>
              <a:rPr lang="en-US" sz="2400" b="1" i="0" u="none" strike="noStrike" cap="none" dirty="0">
                <a:solidFill>
                  <a:schemeClr val="dk1"/>
                </a:solidFill>
                <a:latin typeface="Lato"/>
                <a:ea typeface="Lato"/>
                <a:cs typeface="Lato"/>
                <a:sym typeface="Lato"/>
              </a:rPr>
              <a:t>Customer Gender:</a:t>
            </a:r>
            <a:r>
              <a:rPr lang="en-US" sz="2400" b="0" i="0" u="none" strike="noStrike" cap="none" dirty="0">
                <a:solidFill>
                  <a:schemeClr val="dk1"/>
                </a:solidFill>
                <a:latin typeface="Lato"/>
                <a:ea typeface="Lato"/>
                <a:cs typeface="Lato"/>
                <a:sym typeface="Lato"/>
              </a:rPr>
              <a:t> The gender of the customer (M for male, F for female).</a:t>
            </a:r>
          </a:p>
          <a:p>
            <a:pPr marL="457200" marR="0" lvl="0" indent="-323850" algn="l" rtl="0">
              <a:lnSpc>
                <a:spcPct val="100000"/>
              </a:lnSpc>
              <a:spcBef>
                <a:spcPts val="1200"/>
              </a:spcBef>
              <a:spcAft>
                <a:spcPts val="0"/>
              </a:spcAft>
              <a:buClr>
                <a:schemeClr val="dk1"/>
              </a:buClr>
              <a:buSzPts val="1500"/>
              <a:buFont typeface="Arial"/>
              <a:buChar char="➔"/>
            </a:pPr>
            <a:r>
              <a:rPr lang="en-US" sz="2400" b="1" i="0" u="none" strike="noStrike" cap="none" dirty="0">
                <a:solidFill>
                  <a:schemeClr val="dk1"/>
                </a:solidFill>
                <a:latin typeface="Lato"/>
                <a:ea typeface="Lato"/>
                <a:cs typeface="Lato"/>
                <a:sym typeface="Lato"/>
              </a:rPr>
              <a:t>Location:</a:t>
            </a:r>
            <a:r>
              <a:rPr lang="en-US" sz="2400" b="0" i="0" u="none" strike="noStrike" cap="none" dirty="0">
                <a:solidFill>
                  <a:schemeClr val="dk1"/>
                </a:solidFill>
                <a:latin typeface="Lato"/>
                <a:ea typeface="Lato"/>
                <a:cs typeface="Lato"/>
                <a:sym typeface="Lato"/>
              </a:rPr>
              <a:t> The geographical area where the customer is located.</a:t>
            </a:r>
          </a:p>
          <a:p>
            <a:pPr marL="457200" marR="0" lvl="0" indent="-323850" algn="l" rtl="0">
              <a:lnSpc>
                <a:spcPct val="100000"/>
              </a:lnSpc>
              <a:spcBef>
                <a:spcPts val="1200"/>
              </a:spcBef>
              <a:spcAft>
                <a:spcPts val="0"/>
              </a:spcAft>
              <a:buClr>
                <a:schemeClr val="dk1"/>
              </a:buClr>
              <a:buSzPts val="1500"/>
              <a:buFont typeface="Arial"/>
              <a:buChar char="➔"/>
            </a:pPr>
            <a:r>
              <a:rPr lang="en-US" sz="2400" b="1" i="0" u="none" strike="noStrike" cap="none" dirty="0">
                <a:solidFill>
                  <a:schemeClr val="dk1"/>
                </a:solidFill>
                <a:latin typeface="Lato"/>
                <a:ea typeface="Lato"/>
                <a:cs typeface="Lato"/>
                <a:sym typeface="Lato"/>
              </a:rPr>
              <a:t>Zone: </a:t>
            </a:r>
            <a:r>
              <a:rPr lang="en-US" sz="2400" b="0" i="0" u="none" strike="noStrike" cap="none" dirty="0">
                <a:solidFill>
                  <a:schemeClr val="dk1"/>
                </a:solidFill>
                <a:latin typeface="Lato"/>
                <a:ea typeface="Lato"/>
                <a:cs typeface="Lato"/>
                <a:sym typeface="Lato"/>
              </a:rPr>
              <a:t>Specific zone within the location for delivery purposes.</a:t>
            </a:r>
          </a:p>
          <a:p>
            <a:pPr marL="457200" marR="0" lvl="0" indent="-323850" algn="l" rtl="0">
              <a:lnSpc>
                <a:spcPct val="100000"/>
              </a:lnSpc>
              <a:spcBef>
                <a:spcPts val="1200"/>
              </a:spcBef>
              <a:spcAft>
                <a:spcPts val="0"/>
              </a:spcAft>
              <a:buClr>
                <a:schemeClr val="dk1"/>
              </a:buClr>
              <a:buSzPts val="1500"/>
              <a:buFont typeface="Arial"/>
              <a:buChar char="➔"/>
            </a:pPr>
            <a:r>
              <a:rPr lang="en-US" sz="2400" b="1" i="0" u="none" strike="noStrike" cap="none" dirty="0">
                <a:solidFill>
                  <a:schemeClr val="dk1"/>
                </a:solidFill>
                <a:latin typeface="Lato"/>
                <a:ea typeface="Lato"/>
                <a:cs typeface="Lato"/>
                <a:sym typeface="Lato"/>
              </a:rPr>
              <a:t>Delivery Type:</a:t>
            </a:r>
            <a:r>
              <a:rPr lang="en-US" sz="2400" b="0" i="0" u="none" strike="noStrike" cap="none" dirty="0">
                <a:solidFill>
                  <a:schemeClr val="dk1"/>
                </a:solidFill>
                <a:latin typeface="Lato"/>
                <a:ea typeface="Lato"/>
                <a:cs typeface="Lato"/>
                <a:sym typeface="Lato"/>
              </a:rPr>
              <a:t> The method by which the order is delivered (e.g., Express, Standard).</a:t>
            </a:r>
          </a:p>
          <a:p>
            <a:pPr marL="457200" marR="0" lvl="0" indent="-323850" algn="l" rtl="0">
              <a:lnSpc>
                <a:spcPct val="100000"/>
              </a:lnSpc>
              <a:spcBef>
                <a:spcPts val="1200"/>
              </a:spcBef>
              <a:spcAft>
                <a:spcPts val="1000"/>
              </a:spcAft>
              <a:buClr>
                <a:schemeClr val="dk1"/>
              </a:buClr>
              <a:buSzPts val="1500"/>
              <a:buFont typeface="Lato"/>
              <a:buChar char="➔"/>
            </a:pPr>
            <a:r>
              <a:rPr lang="en-US" sz="2400" b="1" i="0" u="none" strike="noStrike" cap="none" dirty="0">
                <a:solidFill>
                  <a:schemeClr val="dk1"/>
                </a:solidFill>
                <a:latin typeface="Lato"/>
                <a:ea typeface="Lato"/>
                <a:cs typeface="Lato"/>
                <a:sym typeface="Lato"/>
              </a:rPr>
              <a:t>Product Category:</a:t>
            </a:r>
            <a:r>
              <a:rPr lang="en-US" sz="2400" b="0" i="0" u="none" strike="noStrike" cap="none" dirty="0">
                <a:solidFill>
                  <a:schemeClr val="dk1"/>
                </a:solidFill>
                <a:latin typeface="Lato"/>
                <a:ea typeface="Lato"/>
                <a:cs typeface="Lato"/>
                <a:sym typeface="Lato"/>
              </a:rPr>
              <a:t> The broad category to which the product belongs.</a:t>
            </a:r>
          </a:p>
        </p:txBody>
      </p:sp>
    </p:spTree>
    <p:extLst>
      <p:ext uri="{BB962C8B-B14F-4D97-AF65-F5344CB8AC3E}">
        <p14:creationId xmlns:p14="http://schemas.microsoft.com/office/powerpoint/2010/main" val="2017634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8AF5-09B8-C7DB-CEFA-6509CB985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70361-7949-4D39-BB3A-D658CCC2A352}"/>
              </a:ext>
            </a:extLst>
          </p:cNvPr>
          <p:cNvSpPr>
            <a:spLocks noGrp="1"/>
          </p:cNvSpPr>
          <p:nvPr>
            <p:ph type="title"/>
          </p:nvPr>
        </p:nvSpPr>
        <p:spPr/>
        <p:txBody>
          <a:bodyPr>
            <a:normAutofit/>
          </a:bodyPr>
          <a:lstStyle/>
          <a:p>
            <a:pPr marL="0" marR="0" lvl="0" indent="0" algn="l" rtl="0">
              <a:lnSpc>
                <a:spcPct val="115000"/>
              </a:lnSpc>
              <a:spcBef>
                <a:spcPts val="0"/>
              </a:spcBef>
              <a:spcAft>
                <a:spcPts val="0"/>
              </a:spcAft>
              <a:buClr>
                <a:srgbClr val="000000"/>
              </a:buClr>
              <a:buSzPts val="1600"/>
              <a:buFont typeface="Arial"/>
              <a:buNone/>
            </a:pPr>
            <a:r>
              <a:rPr lang="en-US" sz="3200" b="0" i="0" u="none" strike="noStrike" cap="none" spc="0" dirty="0">
                <a:solidFill>
                  <a:schemeClr val="dk1"/>
                </a:solidFill>
                <a:latin typeface="Lato"/>
                <a:ea typeface="Lato"/>
                <a:cs typeface="Lato"/>
                <a:sym typeface="Lato"/>
              </a:rPr>
              <a:t>The image above displays details about E-Commerce data, including: </a:t>
            </a:r>
            <a:r>
              <a:rPr lang="en-US" sz="3200" b="1" i="0" u="none" strike="noStrike" cap="none" spc="0" dirty="0">
                <a:solidFill>
                  <a:schemeClr val="dk1"/>
                </a:solidFill>
                <a:latin typeface="Lato"/>
                <a:ea typeface="Lato"/>
                <a:cs typeface="Lato"/>
                <a:sym typeface="Lato"/>
              </a:rPr>
              <a:t>(Cont..)</a:t>
            </a:r>
          </a:p>
        </p:txBody>
      </p:sp>
      <p:sp>
        <p:nvSpPr>
          <p:cNvPr id="3" name="Text Placeholder 2">
            <a:extLst>
              <a:ext uri="{FF2B5EF4-FFF2-40B4-BE49-F238E27FC236}">
                <a16:creationId xmlns:a16="http://schemas.microsoft.com/office/drawing/2014/main" id="{7E4B975F-07F1-A2BB-E63E-B496DA38ECD0}"/>
              </a:ext>
            </a:extLst>
          </p:cNvPr>
          <p:cNvSpPr>
            <a:spLocks noGrp="1"/>
          </p:cNvSpPr>
          <p:nvPr>
            <p:ph type="body" sz="quarter" idx="14"/>
          </p:nvPr>
        </p:nvSpPr>
        <p:spPr>
          <a:xfrm>
            <a:off x="975360" y="2408517"/>
            <a:ext cx="10241280" cy="4131983"/>
          </a:xfrm>
        </p:spPr>
        <p:txBody>
          <a:bodyPr>
            <a:normAutofit fontScale="92500" lnSpcReduction="10000"/>
          </a:bodyPr>
          <a:lstStyle/>
          <a:p>
            <a:pPr marL="457200" marR="0" lvl="0" indent="-323850" algn="l" rtl="0">
              <a:lnSpc>
                <a:spcPct val="100000"/>
              </a:lnSpc>
              <a:spcBef>
                <a:spcPts val="1200"/>
              </a:spcBef>
              <a:spcAft>
                <a:spcPts val="0"/>
              </a:spcAft>
              <a:buClr>
                <a:schemeClr val="dk1"/>
              </a:buClr>
              <a:buSzPts val="1500"/>
              <a:buFont typeface="Lato"/>
              <a:buChar char="➔"/>
            </a:pPr>
            <a:r>
              <a:rPr lang="en-US" sz="2400" b="1" i="0" u="none" strike="noStrike" cap="none" dirty="0" err="1">
                <a:solidFill>
                  <a:schemeClr val="dk1"/>
                </a:solidFill>
                <a:latin typeface="Lato"/>
                <a:ea typeface="Lato"/>
                <a:cs typeface="Lato"/>
                <a:sym typeface="Lato"/>
              </a:rPr>
              <a:t>SubCategory</a:t>
            </a:r>
            <a:r>
              <a:rPr lang="en-US" sz="2400" b="1" i="0" u="none" strike="noStrike" cap="none" dirty="0">
                <a:solidFill>
                  <a:schemeClr val="dk1"/>
                </a:solidFill>
                <a:latin typeface="Lato"/>
                <a:ea typeface="Lato"/>
                <a:cs typeface="Lato"/>
                <a:sym typeface="Lato"/>
              </a:rPr>
              <a:t>:</a:t>
            </a:r>
            <a:r>
              <a:rPr lang="en-US" sz="2400" b="0" i="0" u="none" strike="noStrike" cap="none" dirty="0">
                <a:solidFill>
                  <a:schemeClr val="dk1"/>
                </a:solidFill>
                <a:latin typeface="Lato"/>
                <a:ea typeface="Lato"/>
                <a:cs typeface="Lato"/>
                <a:sym typeface="Lato"/>
              </a:rPr>
              <a:t> A more specific classification within the product category.</a:t>
            </a:r>
          </a:p>
          <a:p>
            <a:pPr marL="457200" marR="0" lvl="0" indent="-323850" algn="l" rtl="0">
              <a:lnSpc>
                <a:spcPct val="100000"/>
              </a:lnSpc>
              <a:spcBef>
                <a:spcPts val="1200"/>
              </a:spcBef>
              <a:spcAft>
                <a:spcPts val="0"/>
              </a:spcAft>
              <a:buClr>
                <a:schemeClr val="dk1"/>
              </a:buClr>
              <a:buSzPts val="1500"/>
              <a:buFont typeface="Lato"/>
              <a:buChar char="➔"/>
            </a:pPr>
            <a:r>
              <a:rPr lang="en-US" sz="2400" b="1" i="0" u="none" strike="noStrike" cap="none" dirty="0">
                <a:solidFill>
                  <a:schemeClr val="dk1"/>
                </a:solidFill>
                <a:latin typeface="Lato"/>
                <a:ea typeface="Lato"/>
                <a:cs typeface="Lato"/>
                <a:sym typeface="Lato"/>
              </a:rPr>
              <a:t>Product:</a:t>
            </a:r>
            <a:r>
              <a:rPr lang="en-US" sz="2400" b="0" i="0" u="none" strike="noStrike" cap="none" dirty="0">
                <a:solidFill>
                  <a:schemeClr val="dk1"/>
                </a:solidFill>
                <a:latin typeface="Lato"/>
                <a:ea typeface="Lato"/>
                <a:cs typeface="Lato"/>
                <a:sym typeface="Lato"/>
              </a:rPr>
              <a:t> The name or description of the product ordered.</a:t>
            </a:r>
          </a:p>
          <a:p>
            <a:pPr marL="457200" marR="0" lvl="0" indent="-323850" algn="l" rtl="0">
              <a:lnSpc>
                <a:spcPct val="100000"/>
              </a:lnSpc>
              <a:spcBef>
                <a:spcPts val="1200"/>
              </a:spcBef>
              <a:spcAft>
                <a:spcPts val="0"/>
              </a:spcAft>
              <a:buClr>
                <a:schemeClr val="dk1"/>
              </a:buClr>
              <a:buSzPts val="1500"/>
              <a:buFont typeface="Lato"/>
              <a:buChar char="➔"/>
            </a:pPr>
            <a:r>
              <a:rPr lang="en-US" sz="2400" b="1" i="0" u="none" strike="noStrike" cap="none" dirty="0">
                <a:solidFill>
                  <a:schemeClr val="dk1"/>
                </a:solidFill>
                <a:latin typeface="Lato"/>
                <a:ea typeface="Lato"/>
                <a:cs typeface="Lato"/>
                <a:sym typeface="Lato"/>
              </a:rPr>
              <a:t>Unit Price:</a:t>
            </a:r>
            <a:r>
              <a:rPr lang="en-US" sz="2400" b="0" i="0" u="none" strike="noStrike" cap="none" dirty="0">
                <a:solidFill>
                  <a:schemeClr val="dk1"/>
                </a:solidFill>
                <a:latin typeface="Lato"/>
                <a:ea typeface="Lato"/>
                <a:cs typeface="Lato"/>
                <a:sym typeface="Lato"/>
              </a:rPr>
              <a:t> The price per unit of the product.</a:t>
            </a:r>
          </a:p>
          <a:p>
            <a:pPr marL="457200" marR="0" lvl="0" indent="-323850" algn="l" rtl="0">
              <a:lnSpc>
                <a:spcPct val="100000"/>
              </a:lnSpc>
              <a:spcBef>
                <a:spcPts val="1200"/>
              </a:spcBef>
              <a:spcAft>
                <a:spcPts val="0"/>
              </a:spcAft>
              <a:buClr>
                <a:schemeClr val="dk1"/>
              </a:buClr>
              <a:buSzPts val="1500"/>
              <a:buFont typeface="Lato"/>
              <a:buChar char="➔"/>
            </a:pPr>
            <a:r>
              <a:rPr lang="en-US" sz="2400" b="1" i="0" u="none" strike="noStrike" cap="none" dirty="0">
                <a:solidFill>
                  <a:schemeClr val="dk1"/>
                </a:solidFill>
                <a:latin typeface="Lato"/>
                <a:ea typeface="Lato"/>
                <a:cs typeface="Lato"/>
                <a:sym typeface="Lato"/>
              </a:rPr>
              <a:t>Shipping Fee:</a:t>
            </a:r>
            <a:r>
              <a:rPr lang="en-US" sz="2400" b="0" i="0" u="none" strike="noStrike" cap="none" dirty="0">
                <a:solidFill>
                  <a:schemeClr val="dk1"/>
                </a:solidFill>
                <a:latin typeface="Lato"/>
                <a:ea typeface="Lato"/>
                <a:cs typeface="Lato"/>
                <a:sym typeface="Lato"/>
              </a:rPr>
              <a:t> The fee charged for shipping the product.</a:t>
            </a:r>
          </a:p>
          <a:p>
            <a:pPr marL="457200" marR="0" lvl="0" indent="-323850" algn="l" rtl="0">
              <a:lnSpc>
                <a:spcPct val="100000"/>
              </a:lnSpc>
              <a:spcBef>
                <a:spcPts val="1200"/>
              </a:spcBef>
              <a:spcAft>
                <a:spcPts val="0"/>
              </a:spcAft>
              <a:buClr>
                <a:schemeClr val="dk1"/>
              </a:buClr>
              <a:buSzPts val="1500"/>
              <a:buFont typeface="Lato"/>
              <a:buChar char="➔"/>
            </a:pPr>
            <a:r>
              <a:rPr lang="en-US" sz="2400" b="1" i="0" u="none" strike="noStrike" cap="none" dirty="0">
                <a:solidFill>
                  <a:schemeClr val="dk1"/>
                </a:solidFill>
                <a:latin typeface="Lato"/>
                <a:ea typeface="Lato"/>
                <a:cs typeface="Lato"/>
                <a:sym typeface="Lato"/>
              </a:rPr>
              <a:t>Order Quantity:</a:t>
            </a:r>
            <a:r>
              <a:rPr lang="en-US" sz="2400" b="0" i="0" u="none" strike="noStrike" cap="none" dirty="0">
                <a:solidFill>
                  <a:schemeClr val="dk1"/>
                </a:solidFill>
                <a:latin typeface="Lato"/>
                <a:ea typeface="Lato"/>
                <a:cs typeface="Lato"/>
                <a:sym typeface="Lato"/>
              </a:rPr>
              <a:t> The quantity of the product ordered.</a:t>
            </a:r>
          </a:p>
          <a:p>
            <a:pPr marL="457200" marR="0" lvl="0" indent="-323850" algn="l" rtl="0">
              <a:lnSpc>
                <a:spcPct val="100000"/>
              </a:lnSpc>
              <a:spcBef>
                <a:spcPts val="1200"/>
              </a:spcBef>
              <a:spcAft>
                <a:spcPts val="0"/>
              </a:spcAft>
              <a:buClr>
                <a:schemeClr val="dk1"/>
              </a:buClr>
              <a:buSzPts val="1500"/>
              <a:buFont typeface="Lato"/>
              <a:buChar char="➔"/>
            </a:pPr>
            <a:r>
              <a:rPr lang="en-US" sz="2400" b="1" i="0" u="none" strike="noStrike" cap="none" dirty="0">
                <a:solidFill>
                  <a:schemeClr val="dk1"/>
                </a:solidFill>
                <a:latin typeface="Lato"/>
                <a:ea typeface="Lato"/>
                <a:cs typeface="Lato"/>
                <a:sym typeface="Lato"/>
              </a:rPr>
              <a:t>Sale Price:</a:t>
            </a:r>
            <a:r>
              <a:rPr lang="en-US" sz="2400" b="0" i="0" u="none" strike="noStrike" cap="none" dirty="0">
                <a:solidFill>
                  <a:schemeClr val="dk1"/>
                </a:solidFill>
                <a:latin typeface="Lato"/>
                <a:ea typeface="Lato"/>
                <a:cs typeface="Lato"/>
                <a:sym typeface="Lato"/>
              </a:rPr>
              <a:t> The total sale price of the order.</a:t>
            </a:r>
          </a:p>
          <a:p>
            <a:pPr marL="457200" marR="0" lvl="0" indent="-323850" algn="l" rtl="0">
              <a:lnSpc>
                <a:spcPct val="100000"/>
              </a:lnSpc>
              <a:spcBef>
                <a:spcPts val="1200"/>
              </a:spcBef>
              <a:spcAft>
                <a:spcPts val="0"/>
              </a:spcAft>
              <a:buClr>
                <a:schemeClr val="dk1"/>
              </a:buClr>
              <a:buSzPts val="1500"/>
              <a:buFont typeface="Lato"/>
              <a:buChar char="➔"/>
            </a:pPr>
            <a:r>
              <a:rPr lang="en-US" sz="2400" b="1" i="0" u="none" strike="noStrike" cap="none" dirty="0">
                <a:solidFill>
                  <a:schemeClr val="dk1"/>
                </a:solidFill>
                <a:latin typeface="Lato"/>
                <a:ea typeface="Lato"/>
                <a:cs typeface="Lato"/>
                <a:sym typeface="Lato"/>
              </a:rPr>
              <a:t>Status:</a:t>
            </a:r>
            <a:r>
              <a:rPr lang="en-US" sz="2400" b="0" i="0" u="none" strike="noStrike" cap="none" dirty="0">
                <a:solidFill>
                  <a:schemeClr val="dk1"/>
                </a:solidFill>
                <a:latin typeface="Lato"/>
                <a:ea typeface="Lato"/>
                <a:cs typeface="Lato"/>
                <a:sym typeface="Lato"/>
              </a:rPr>
              <a:t> Current status of the order (e.g., Delivered, Returned).</a:t>
            </a:r>
          </a:p>
          <a:p>
            <a:pPr marL="457200" marR="0" lvl="0" indent="-323850" algn="l" rtl="0">
              <a:lnSpc>
                <a:spcPct val="100000"/>
              </a:lnSpc>
              <a:spcBef>
                <a:spcPts val="1200"/>
              </a:spcBef>
              <a:spcAft>
                <a:spcPts val="0"/>
              </a:spcAft>
              <a:buClr>
                <a:schemeClr val="dk1"/>
              </a:buClr>
              <a:buSzPts val="1500"/>
              <a:buFont typeface="Lato"/>
              <a:buChar char="➔"/>
            </a:pPr>
            <a:r>
              <a:rPr lang="en-US" sz="2400" b="1" i="0" u="none" strike="noStrike" cap="none" dirty="0">
                <a:solidFill>
                  <a:schemeClr val="dk1"/>
                </a:solidFill>
                <a:latin typeface="Lato"/>
                <a:ea typeface="Lato"/>
                <a:cs typeface="Lato"/>
                <a:sym typeface="Lato"/>
              </a:rPr>
              <a:t>Reason: </a:t>
            </a:r>
            <a:r>
              <a:rPr lang="en-US" sz="2400" b="0" i="0" u="none" strike="noStrike" cap="none" dirty="0">
                <a:solidFill>
                  <a:schemeClr val="dk1"/>
                </a:solidFill>
                <a:latin typeface="Lato"/>
                <a:ea typeface="Lato"/>
                <a:cs typeface="Lato"/>
                <a:sym typeface="Lato"/>
              </a:rPr>
              <a:t>The reason for the return or an empty field if delivered.</a:t>
            </a:r>
          </a:p>
          <a:p>
            <a:pPr marL="457200" marR="0" lvl="0" indent="-323850" algn="l" rtl="0">
              <a:lnSpc>
                <a:spcPct val="100000"/>
              </a:lnSpc>
              <a:spcBef>
                <a:spcPts val="1200"/>
              </a:spcBef>
              <a:spcAft>
                <a:spcPts val="1000"/>
              </a:spcAft>
              <a:buClr>
                <a:schemeClr val="dk1"/>
              </a:buClr>
              <a:buSzPts val="1500"/>
              <a:buFont typeface="Lato"/>
              <a:buChar char="➔"/>
            </a:pPr>
            <a:r>
              <a:rPr lang="en-US" sz="2400" b="1" i="0" u="none" strike="noStrike" cap="none" dirty="0">
                <a:solidFill>
                  <a:schemeClr val="dk1"/>
                </a:solidFill>
                <a:latin typeface="Lato"/>
                <a:ea typeface="Lato"/>
                <a:cs typeface="Lato"/>
                <a:sym typeface="Lato"/>
              </a:rPr>
              <a:t>Rating:</a:t>
            </a:r>
            <a:r>
              <a:rPr lang="en-US" sz="2400" b="0" i="0" u="none" strike="noStrike" cap="none" dirty="0">
                <a:solidFill>
                  <a:schemeClr val="dk1"/>
                </a:solidFill>
                <a:latin typeface="Lato"/>
                <a:ea typeface="Lato"/>
                <a:cs typeface="Lato"/>
                <a:sym typeface="Lato"/>
              </a:rPr>
              <a:t> Customer rating for the order on a scale (e.g., 1 to 5).</a:t>
            </a:r>
          </a:p>
        </p:txBody>
      </p:sp>
    </p:spTree>
    <p:extLst>
      <p:ext uri="{BB962C8B-B14F-4D97-AF65-F5344CB8AC3E}">
        <p14:creationId xmlns:p14="http://schemas.microsoft.com/office/powerpoint/2010/main" val="1947317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FC798EB6-95DD-269D-1C52-80008B66C837}"/>
              </a:ext>
            </a:extLst>
          </p:cNvPr>
          <p:cNvSpPr/>
          <p:nvPr/>
        </p:nvSpPr>
        <p:spPr>
          <a:xfrm>
            <a:off x="9275616" y="169818"/>
            <a:ext cx="2755900" cy="2123658"/>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7D226456-92C6-3A5E-31E2-C349F035E5FA}"/>
              </a:ext>
            </a:extLst>
          </p:cNvPr>
          <p:cNvSpPr/>
          <p:nvPr/>
        </p:nvSpPr>
        <p:spPr>
          <a:xfrm>
            <a:off x="9290472" y="2440867"/>
            <a:ext cx="2755900" cy="2123658"/>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B21D07CC-7F01-8BCD-FAF9-2DB388001106}"/>
              </a:ext>
            </a:extLst>
          </p:cNvPr>
          <p:cNvSpPr/>
          <p:nvPr/>
        </p:nvSpPr>
        <p:spPr>
          <a:xfrm>
            <a:off x="6230428" y="2413390"/>
            <a:ext cx="2755900" cy="2123658"/>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1B6EE3F-24A2-9812-019F-0DFE6A0D2C74}"/>
              </a:ext>
            </a:extLst>
          </p:cNvPr>
          <p:cNvSpPr/>
          <p:nvPr/>
        </p:nvSpPr>
        <p:spPr>
          <a:xfrm>
            <a:off x="7856450" y="4656962"/>
            <a:ext cx="2755900" cy="1696723"/>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D2383345-ADE4-A61D-E3DA-02B14F01AA8C}"/>
              </a:ext>
            </a:extLst>
          </p:cNvPr>
          <p:cNvSpPr/>
          <p:nvPr/>
        </p:nvSpPr>
        <p:spPr>
          <a:xfrm>
            <a:off x="6226715" y="152462"/>
            <a:ext cx="2755900" cy="2123658"/>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306654-0C52-B309-B287-DCD191AB24F3}"/>
              </a:ext>
            </a:extLst>
          </p:cNvPr>
          <p:cNvSpPr>
            <a:spLocks noGrp="1"/>
          </p:cNvSpPr>
          <p:nvPr>
            <p:ph type="title"/>
          </p:nvPr>
        </p:nvSpPr>
        <p:spPr>
          <a:xfrm>
            <a:off x="757936" y="80592"/>
            <a:ext cx="5168348" cy="3710115"/>
          </a:xfrm>
        </p:spPr>
        <p:txBody>
          <a:bodyPr/>
          <a:lstStyle/>
          <a:p>
            <a:r>
              <a:rPr lang="en-US" dirty="0">
                <a:solidFill>
                  <a:schemeClr val="bg1"/>
                </a:solidFill>
                <a:effectLst/>
              </a:rPr>
              <a:t>Data Cleaning and Preparation</a:t>
            </a:r>
            <a:endParaRPr lang="en-US" dirty="0">
              <a:solidFill>
                <a:schemeClr val="bg1"/>
              </a:solidFill>
            </a:endParaRPr>
          </a:p>
        </p:txBody>
      </p:sp>
      <p:sp>
        <p:nvSpPr>
          <p:cNvPr id="5" name="Content Placeholder 4">
            <a:extLst>
              <a:ext uri="{FF2B5EF4-FFF2-40B4-BE49-F238E27FC236}">
                <a16:creationId xmlns:a16="http://schemas.microsoft.com/office/drawing/2014/main" id="{CC54EF62-25FE-1502-341A-E039FF0E782F}"/>
              </a:ext>
            </a:extLst>
          </p:cNvPr>
          <p:cNvSpPr>
            <a:spLocks noGrp="1"/>
          </p:cNvSpPr>
          <p:nvPr>
            <p:ph sz="quarter" idx="17"/>
          </p:nvPr>
        </p:nvSpPr>
        <p:spPr>
          <a:xfrm>
            <a:off x="6223000" y="309766"/>
            <a:ext cx="2857598" cy="1572949"/>
          </a:xfrm>
          <a:ln>
            <a:noFill/>
          </a:ln>
        </p:spPr>
        <p:txBody>
          <a:bodyPr/>
          <a:lstStyle/>
          <a:p>
            <a:r>
              <a:rPr lang="en-US" sz="1800" b="1" dirty="0">
                <a:solidFill>
                  <a:schemeClr val="bg1"/>
                </a:solidFill>
                <a:effectLst/>
              </a:rPr>
              <a:t>Duplicate Records Removal</a:t>
            </a:r>
          </a:p>
          <a:p>
            <a:r>
              <a:rPr lang="en-US" sz="1400" dirty="0">
                <a:solidFill>
                  <a:schemeClr val="bg1"/>
                </a:solidFill>
                <a:effectLst/>
              </a:rPr>
              <a:t>Removed duplicate records to avoid skewed analysis</a:t>
            </a:r>
            <a:endParaRPr lang="en-US" sz="1400" dirty="0">
              <a:solidFill>
                <a:schemeClr val="bg1"/>
              </a:solidFill>
            </a:endParaRPr>
          </a:p>
        </p:txBody>
      </p:sp>
      <p:sp>
        <p:nvSpPr>
          <p:cNvPr id="6" name="TextBox 5">
            <a:extLst>
              <a:ext uri="{FF2B5EF4-FFF2-40B4-BE49-F238E27FC236}">
                <a16:creationId xmlns:a16="http://schemas.microsoft.com/office/drawing/2014/main" id="{F89FDE69-3F2D-CBF0-EC34-D69CF89D342B}"/>
              </a:ext>
            </a:extLst>
          </p:cNvPr>
          <p:cNvSpPr txBox="1"/>
          <p:nvPr/>
        </p:nvSpPr>
        <p:spPr>
          <a:xfrm>
            <a:off x="9271324" y="419131"/>
            <a:ext cx="2775048" cy="1569660"/>
          </a:xfrm>
          <a:prstGeom prst="rect">
            <a:avLst/>
          </a:prstGeom>
          <a:noFill/>
        </p:spPr>
        <p:txBody>
          <a:bodyPr wrap="square">
            <a:spAutoFit/>
          </a:bodyPr>
          <a:lstStyle/>
          <a:p>
            <a:r>
              <a:rPr lang="en-US" b="1" dirty="0">
                <a:solidFill>
                  <a:schemeClr val="bg1"/>
                </a:solidFill>
                <a:effectLst/>
                <a:latin typeface="+mj-lt"/>
              </a:rPr>
              <a:t>Blank Rows and Columns Filtering</a:t>
            </a:r>
          </a:p>
          <a:p>
            <a:endParaRPr lang="en-US" dirty="0">
              <a:solidFill>
                <a:schemeClr val="bg1"/>
              </a:solidFill>
              <a:effectLst/>
            </a:endParaRPr>
          </a:p>
          <a:p>
            <a:r>
              <a:rPr lang="en-US" sz="1400" dirty="0">
                <a:solidFill>
                  <a:schemeClr val="bg1"/>
                </a:solidFill>
                <a:effectLst/>
              </a:rPr>
              <a:t>Filtered out blank rows and columns to maintain dataset integrity</a:t>
            </a:r>
            <a:endParaRPr lang="en-US" sz="1400" dirty="0">
              <a:solidFill>
                <a:schemeClr val="bg1"/>
              </a:solidFill>
            </a:endParaRPr>
          </a:p>
        </p:txBody>
      </p:sp>
      <p:sp>
        <p:nvSpPr>
          <p:cNvPr id="8" name="TextBox 7">
            <a:extLst>
              <a:ext uri="{FF2B5EF4-FFF2-40B4-BE49-F238E27FC236}">
                <a16:creationId xmlns:a16="http://schemas.microsoft.com/office/drawing/2014/main" id="{382C5883-A7E8-EF2E-1220-8BDD8B61C3ED}"/>
              </a:ext>
            </a:extLst>
          </p:cNvPr>
          <p:cNvSpPr txBox="1"/>
          <p:nvPr/>
        </p:nvSpPr>
        <p:spPr>
          <a:xfrm>
            <a:off x="9461403" y="2673350"/>
            <a:ext cx="2438498" cy="1292662"/>
          </a:xfrm>
          <a:prstGeom prst="rect">
            <a:avLst/>
          </a:prstGeom>
          <a:noFill/>
        </p:spPr>
        <p:txBody>
          <a:bodyPr wrap="square">
            <a:spAutoFit/>
          </a:bodyPr>
          <a:lstStyle/>
          <a:p>
            <a:r>
              <a:rPr lang="en-US" b="1" dirty="0">
                <a:solidFill>
                  <a:schemeClr val="bg1"/>
                </a:solidFill>
                <a:effectLst/>
                <a:latin typeface="+mj-lt"/>
              </a:rPr>
              <a:t>Data Type Verification</a:t>
            </a:r>
          </a:p>
          <a:p>
            <a:endParaRPr lang="en-US" dirty="0">
              <a:solidFill>
                <a:schemeClr val="bg1"/>
              </a:solidFill>
              <a:effectLst/>
            </a:endParaRPr>
          </a:p>
          <a:p>
            <a:r>
              <a:rPr lang="en-US" sz="1400" dirty="0">
                <a:solidFill>
                  <a:schemeClr val="bg1"/>
                </a:solidFill>
                <a:effectLst/>
              </a:rPr>
              <a:t>Verified and corrected data types for consistency across fields</a:t>
            </a:r>
            <a:endParaRPr lang="en-US" sz="1400" dirty="0">
              <a:solidFill>
                <a:schemeClr val="bg1"/>
              </a:solidFill>
            </a:endParaRPr>
          </a:p>
        </p:txBody>
      </p:sp>
      <p:sp>
        <p:nvSpPr>
          <p:cNvPr id="10" name="TextBox 9">
            <a:extLst>
              <a:ext uri="{FF2B5EF4-FFF2-40B4-BE49-F238E27FC236}">
                <a16:creationId xmlns:a16="http://schemas.microsoft.com/office/drawing/2014/main" id="{13B493E2-E1F2-A7C2-6D3A-0807C0A9D2FF}"/>
              </a:ext>
            </a:extLst>
          </p:cNvPr>
          <p:cNvSpPr txBox="1"/>
          <p:nvPr/>
        </p:nvSpPr>
        <p:spPr>
          <a:xfrm>
            <a:off x="6223001" y="2715408"/>
            <a:ext cx="2763328" cy="1292662"/>
          </a:xfrm>
          <a:prstGeom prst="rect">
            <a:avLst/>
          </a:prstGeom>
          <a:noFill/>
        </p:spPr>
        <p:txBody>
          <a:bodyPr wrap="square">
            <a:spAutoFit/>
          </a:bodyPr>
          <a:lstStyle/>
          <a:p>
            <a:r>
              <a:rPr lang="en-US" b="1" dirty="0">
                <a:solidFill>
                  <a:schemeClr val="bg1"/>
                </a:solidFill>
                <a:effectLst/>
                <a:latin typeface="+mj-lt"/>
              </a:rPr>
              <a:t>Handling Null Values</a:t>
            </a:r>
          </a:p>
          <a:p>
            <a:endParaRPr lang="en-US" dirty="0">
              <a:solidFill>
                <a:schemeClr val="bg1"/>
              </a:solidFill>
              <a:effectLst/>
            </a:endParaRPr>
          </a:p>
          <a:p>
            <a:r>
              <a:rPr lang="en-US" sz="1400" dirty="0">
                <a:solidFill>
                  <a:schemeClr val="bg1"/>
                </a:solidFill>
                <a:effectLst/>
              </a:rPr>
              <a:t>Handled null values by filtering or replacing with 'NA' to prevent errors in calculations</a:t>
            </a:r>
            <a:endParaRPr lang="en-US" sz="1400" dirty="0">
              <a:solidFill>
                <a:schemeClr val="bg1"/>
              </a:solidFill>
            </a:endParaRPr>
          </a:p>
        </p:txBody>
      </p:sp>
      <p:sp>
        <p:nvSpPr>
          <p:cNvPr id="12" name="TextBox 11">
            <a:extLst>
              <a:ext uri="{FF2B5EF4-FFF2-40B4-BE49-F238E27FC236}">
                <a16:creationId xmlns:a16="http://schemas.microsoft.com/office/drawing/2014/main" id="{6F346429-9765-E9C5-337A-7402D5F1BC45}"/>
              </a:ext>
            </a:extLst>
          </p:cNvPr>
          <p:cNvSpPr txBox="1"/>
          <p:nvPr/>
        </p:nvSpPr>
        <p:spPr>
          <a:xfrm>
            <a:off x="7893374" y="4839066"/>
            <a:ext cx="2755900" cy="1354217"/>
          </a:xfrm>
          <a:prstGeom prst="rect">
            <a:avLst/>
          </a:prstGeom>
          <a:noFill/>
        </p:spPr>
        <p:txBody>
          <a:bodyPr wrap="square">
            <a:spAutoFit/>
          </a:bodyPr>
          <a:lstStyle/>
          <a:p>
            <a:r>
              <a:rPr lang="en-US" b="1" dirty="0">
                <a:solidFill>
                  <a:schemeClr val="bg1"/>
                </a:solidFill>
                <a:effectLst/>
                <a:latin typeface="+mj-lt"/>
              </a:rPr>
              <a:t>Ensuring Reliable Analytics</a:t>
            </a:r>
          </a:p>
          <a:p>
            <a:endParaRPr lang="en-US" dirty="0">
              <a:solidFill>
                <a:schemeClr val="bg1"/>
              </a:solidFill>
              <a:effectLst/>
            </a:endParaRPr>
          </a:p>
          <a:p>
            <a:r>
              <a:rPr lang="en-US" sz="1400" dirty="0">
                <a:solidFill>
                  <a:schemeClr val="bg1"/>
                </a:solidFill>
                <a:effectLst/>
              </a:rPr>
              <a:t>These steps ensure reliable and accurate analytics downstream</a:t>
            </a:r>
            <a:endParaRPr lang="en-US" sz="1400" dirty="0">
              <a:solidFill>
                <a:schemeClr val="bg1"/>
              </a:solidFill>
            </a:endParaRPr>
          </a:p>
        </p:txBody>
      </p:sp>
    </p:spTree>
    <p:extLst>
      <p:ext uri="{BB962C8B-B14F-4D97-AF65-F5344CB8AC3E}">
        <p14:creationId xmlns:p14="http://schemas.microsoft.com/office/powerpoint/2010/main" val="698736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BA658-E676-AD88-DD25-2C15C78CCB1B}"/>
              </a:ext>
            </a:extLst>
          </p:cNvPr>
          <p:cNvSpPr>
            <a:spLocks noGrp="1"/>
          </p:cNvSpPr>
          <p:nvPr>
            <p:ph type="title"/>
          </p:nvPr>
        </p:nvSpPr>
        <p:spPr>
          <a:xfrm>
            <a:off x="177800" y="548641"/>
            <a:ext cx="11499850" cy="861060"/>
          </a:xfrm>
        </p:spPr>
        <p:txBody>
          <a:bodyPr/>
          <a:lstStyle/>
          <a:p>
            <a:pPr algn="ctr"/>
            <a:r>
              <a:rPr lang="en-US" b="1" dirty="0">
                <a:solidFill>
                  <a:schemeClr val="bg1"/>
                </a:solidFill>
              </a:rPr>
              <a:t>Key Metrics</a:t>
            </a:r>
            <a:endParaRPr lang="en-US" dirty="0">
              <a:solidFill>
                <a:schemeClr val="bg1"/>
              </a:solidFill>
            </a:endParaRPr>
          </a:p>
        </p:txBody>
      </p:sp>
      <p:pic>
        <p:nvPicPr>
          <p:cNvPr id="4" name="Content Placeholder 4">
            <a:extLst>
              <a:ext uri="{FF2B5EF4-FFF2-40B4-BE49-F238E27FC236}">
                <a16:creationId xmlns:a16="http://schemas.microsoft.com/office/drawing/2014/main" id="{06D4E58F-B370-8AAC-FCDF-37259D52AD72}"/>
              </a:ext>
            </a:extLst>
          </p:cNvPr>
          <p:cNvPicPr>
            <a:picLocks noChangeAspect="1"/>
          </p:cNvPicPr>
          <p:nvPr/>
        </p:nvPicPr>
        <p:blipFill>
          <a:blip r:embed="rId2"/>
          <a:srcRect l="7270" t="31259" r="73282" b="49658"/>
          <a:stretch/>
        </p:blipFill>
        <p:spPr>
          <a:xfrm>
            <a:off x="385104" y="2013300"/>
            <a:ext cx="2202695" cy="1111938"/>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pic>
        <p:nvPicPr>
          <p:cNvPr id="5" name="Picture 4">
            <a:extLst>
              <a:ext uri="{FF2B5EF4-FFF2-40B4-BE49-F238E27FC236}">
                <a16:creationId xmlns:a16="http://schemas.microsoft.com/office/drawing/2014/main" id="{C3CEF47B-1001-380F-AA11-43185A0CDF38}"/>
              </a:ext>
            </a:extLst>
          </p:cNvPr>
          <p:cNvPicPr>
            <a:picLocks noChangeAspect="1"/>
          </p:cNvPicPr>
          <p:nvPr/>
        </p:nvPicPr>
        <p:blipFill>
          <a:blip r:embed="rId2"/>
          <a:srcRect l="27822" t="31307" r="51694" b="49954"/>
          <a:stretch/>
        </p:blipFill>
        <p:spPr>
          <a:xfrm>
            <a:off x="3105689" y="1992706"/>
            <a:ext cx="2688515" cy="1111395"/>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pic>
        <p:nvPicPr>
          <p:cNvPr id="6" name="Picture 5">
            <a:extLst>
              <a:ext uri="{FF2B5EF4-FFF2-40B4-BE49-F238E27FC236}">
                <a16:creationId xmlns:a16="http://schemas.microsoft.com/office/drawing/2014/main" id="{2EAFE6FF-ABAD-5120-F97B-AB4340C6B9BB}"/>
              </a:ext>
            </a:extLst>
          </p:cNvPr>
          <p:cNvPicPr>
            <a:picLocks noChangeAspect="1"/>
          </p:cNvPicPr>
          <p:nvPr/>
        </p:nvPicPr>
        <p:blipFill>
          <a:blip r:embed="rId2"/>
          <a:srcRect l="49999" t="31305" r="30944" b="50000"/>
          <a:stretch/>
        </p:blipFill>
        <p:spPr>
          <a:xfrm>
            <a:off x="6226134" y="1978728"/>
            <a:ext cx="2601244" cy="1153127"/>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75D834C1-76E5-D385-3F18-7F1052414D03}"/>
              </a:ext>
            </a:extLst>
          </p:cNvPr>
          <p:cNvPicPr>
            <a:picLocks noChangeAspect="1"/>
          </p:cNvPicPr>
          <p:nvPr/>
        </p:nvPicPr>
        <p:blipFill>
          <a:blip r:embed="rId2">
            <a:extLst>
              <a:ext uri="{28A0092B-C50C-407E-A947-70E740481C1C}">
                <a14:useLocalDpi xmlns:a14="http://schemas.microsoft.com/office/drawing/2010/main" val="0"/>
              </a:ext>
            </a:extLst>
          </a:blip>
          <a:srcRect l="70323" t="31483" r="9758" b="49822"/>
          <a:stretch/>
        </p:blipFill>
        <p:spPr>
          <a:xfrm>
            <a:off x="9259308" y="1972054"/>
            <a:ext cx="2669362" cy="1132047"/>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EF84AA1C-1783-6D42-5A6A-25480B820629}"/>
              </a:ext>
            </a:extLst>
          </p:cNvPr>
          <p:cNvPicPr>
            <a:picLocks noChangeAspect="1"/>
          </p:cNvPicPr>
          <p:nvPr/>
        </p:nvPicPr>
        <p:blipFill>
          <a:blip r:embed="rId3"/>
          <a:srcRect l="78468" t="42747" r="4355" b="29734"/>
          <a:stretch/>
        </p:blipFill>
        <p:spPr>
          <a:xfrm>
            <a:off x="1292845" y="4114398"/>
            <a:ext cx="2202695" cy="1111394"/>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7FFEA991-1205-8E7F-2B4C-AB5721D32D9D}"/>
              </a:ext>
            </a:extLst>
          </p:cNvPr>
          <p:cNvPicPr>
            <a:picLocks noChangeAspect="1"/>
          </p:cNvPicPr>
          <p:nvPr/>
        </p:nvPicPr>
        <p:blipFill>
          <a:blip r:embed="rId4"/>
          <a:srcRect l="25209" t="32272" r="56655" b="44312"/>
          <a:stretch/>
        </p:blipFill>
        <p:spPr>
          <a:xfrm>
            <a:off x="4627103" y="4114398"/>
            <a:ext cx="2202695" cy="1111394"/>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pic>
        <p:nvPicPr>
          <p:cNvPr id="10" name="Picture 9">
            <a:extLst>
              <a:ext uri="{FF2B5EF4-FFF2-40B4-BE49-F238E27FC236}">
                <a16:creationId xmlns:a16="http://schemas.microsoft.com/office/drawing/2014/main" id="{C2B9DBE1-51CD-42AA-E228-18DE0A2B3C6C}"/>
              </a:ext>
            </a:extLst>
          </p:cNvPr>
          <p:cNvPicPr>
            <a:picLocks noChangeAspect="1"/>
          </p:cNvPicPr>
          <p:nvPr/>
        </p:nvPicPr>
        <p:blipFill>
          <a:blip r:embed="rId4"/>
          <a:srcRect l="44492" t="32451" r="38081" b="44133"/>
          <a:stretch/>
        </p:blipFill>
        <p:spPr>
          <a:xfrm>
            <a:off x="7961361" y="4130608"/>
            <a:ext cx="2202695" cy="1095184"/>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spTree>
    <p:extLst>
      <p:ext uri="{BB962C8B-B14F-4D97-AF65-F5344CB8AC3E}">
        <p14:creationId xmlns:p14="http://schemas.microsoft.com/office/powerpoint/2010/main" val="3950221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FD2C3EB3-0B3B-612B-3E41-DAAC3A7D54B4}"/>
              </a:ext>
            </a:extLst>
          </p:cNvPr>
          <p:cNvSpPr/>
          <p:nvPr/>
        </p:nvSpPr>
        <p:spPr>
          <a:xfrm>
            <a:off x="292100" y="1175250"/>
            <a:ext cx="5499100" cy="4920749"/>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ED001CD-F36F-2601-8FDD-1BC823CA26A9}"/>
              </a:ext>
            </a:extLst>
          </p:cNvPr>
          <p:cNvSpPr>
            <a:spLocks noGrp="1"/>
          </p:cNvSpPr>
          <p:nvPr>
            <p:ph type="sldNum" sz="quarter" idx="12"/>
          </p:nvPr>
        </p:nvSpPr>
        <p:spPr/>
        <p:txBody>
          <a:bodyPr/>
          <a:lstStyle/>
          <a:p>
            <a:fld id="{C01389E6-C847-4AD0-B56D-D205B2EAB1EE}" type="slidenum">
              <a:rPr lang="en-US" smtClean="0"/>
              <a:pPr/>
              <a:t>8</a:t>
            </a:fld>
            <a:endParaRPr lang="en-US" dirty="0"/>
          </a:p>
        </p:txBody>
      </p:sp>
      <p:pic>
        <p:nvPicPr>
          <p:cNvPr id="8" name="Picture 7">
            <a:extLst>
              <a:ext uri="{FF2B5EF4-FFF2-40B4-BE49-F238E27FC236}">
                <a16:creationId xmlns:a16="http://schemas.microsoft.com/office/drawing/2014/main" id="{B826EC9E-7029-51D6-085B-F60A261E960E}"/>
              </a:ext>
            </a:extLst>
          </p:cNvPr>
          <p:cNvPicPr>
            <a:picLocks noChangeAspect="1"/>
          </p:cNvPicPr>
          <p:nvPr/>
        </p:nvPicPr>
        <p:blipFill>
          <a:blip r:embed="rId2"/>
          <a:stretch>
            <a:fillRect/>
          </a:stretch>
        </p:blipFill>
        <p:spPr>
          <a:xfrm>
            <a:off x="6273800" y="1745380"/>
            <a:ext cx="5832856" cy="3367239"/>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sp>
        <p:nvSpPr>
          <p:cNvPr id="18" name="TextBox 17">
            <a:extLst>
              <a:ext uri="{FF2B5EF4-FFF2-40B4-BE49-F238E27FC236}">
                <a16:creationId xmlns:a16="http://schemas.microsoft.com/office/drawing/2014/main" id="{68345DE2-50BE-F8C9-B614-7BC3011F4C3E}"/>
              </a:ext>
            </a:extLst>
          </p:cNvPr>
          <p:cNvSpPr txBox="1"/>
          <p:nvPr/>
        </p:nvSpPr>
        <p:spPr>
          <a:xfrm>
            <a:off x="438150" y="1650465"/>
            <a:ext cx="5207000" cy="3970318"/>
          </a:xfrm>
          <a:prstGeom prst="rect">
            <a:avLst/>
          </a:prstGeom>
          <a:noFill/>
        </p:spPr>
        <p:txBody>
          <a:bodyPr wrap="square" rtlCol="0">
            <a:spAutoFit/>
          </a:bodyPr>
          <a:lstStyle/>
          <a:p>
            <a:pPr marL="285750" indent="-285750">
              <a:buFont typeface="Wingdings" panose="05000000000000000000" pitchFamily="2" charset="2"/>
              <a:buChar char="q"/>
            </a:pPr>
            <a:r>
              <a:rPr lang="en-IN" b="1" dirty="0">
                <a:solidFill>
                  <a:schemeClr val="bg1"/>
                </a:solidFill>
              </a:rPr>
              <a:t>Phones and Tablet(36%) and Electronics(30.6%) are top selling product categories. This indicates that </a:t>
            </a:r>
            <a:r>
              <a:rPr lang="en-US" b="1" dirty="0">
                <a:solidFill>
                  <a:schemeClr val="bg1"/>
                </a:solidFill>
              </a:rPr>
              <a:t>marketing campaigns targeting this category can lead to further sales growth.</a:t>
            </a:r>
            <a:r>
              <a:rPr lang="en-IN" b="1" dirty="0">
                <a:solidFill>
                  <a:schemeClr val="bg1"/>
                </a:solidFill>
              </a:rPr>
              <a:t> </a:t>
            </a:r>
          </a:p>
          <a:p>
            <a:pPr marL="285750" indent="-285750">
              <a:buFont typeface="Wingdings" panose="05000000000000000000" pitchFamily="2" charset="2"/>
              <a:buChar char="q"/>
            </a:pPr>
            <a:endParaRPr lang="en-IN" b="1" dirty="0">
              <a:solidFill>
                <a:schemeClr val="bg1"/>
              </a:solidFill>
            </a:endParaRPr>
          </a:p>
          <a:p>
            <a:pPr marL="285750" indent="-285750">
              <a:buFont typeface="Wingdings" panose="05000000000000000000" pitchFamily="2" charset="2"/>
              <a:buChar char="q"/>
            </a:pPr>
            <a:r>
              <a:rPr lang="en-IN" b="1" dirty="0">
                <a:solidFill>
                  <a:schemeClr val="bg1"/>
                </a:solidFill>
              </a:rPr>
              <a:t>Fashion(11.57%) and Health and beauty(11.13%) show moderate sales.</a:t>
            </a:r>
            <a:r>
              <a:rPr lang="en-US" b="1" dirty="0">
                <a:solidFill>
                  <a:schemeClr val="bg1"/>
                </a:solidFill>
              </a:rPr>
              <a:t> These categories have potential for growth by expanding product lines or launching targeted campaigns.</a:t>
            </a:r>
          </a:p>
          <a:p>
            <a:pPr marL="285750" indent="-285750">
              <a:buFont typeface="Wingdings" panose="05000000000000000000" pitchFamily="2" charset="2"/>
              <a:buChar char="q"/>
            </a:pPr>
            <a:endParaRPr lang="en-US" b="1" dirty="0">
              <a:solidFill>
                <a:schemeClr val="bg1"/>
              </a:solidFill>
            </a:endParaRPr>
          </a:p>
          <a:p>
            <a:pPr marL="285750" indent="-285750">
              <a:buFont typeface="Wingdings" panose="05000000000000000000" pitchFamily="2" charset="2"/>
              <a:buChar char="q"/>
            </a:pPr>
            <a:r>
              <a:rPr lang="en-US" b="1" dirty="0">
                <a:solidFill>
                  <a:schemeClr val="bg1"/>
                </a:solidFill>
              </a:rPr>
              <a:t>Home and Office products account for 10.75%, indicating lowest among the categories, where it still represents a substantial market.</a:t>
            </a:r>
          </a:p>
        </p:txBody>
      </p:sp>
      <p:sp>
        <p:nvSpPr>
          <p:cNvPr id="22" name="TextBox 21">
            <a:extLst>
              <a:ext uri="{FF2B5EF4-FFF2-40B4-BE49-F238E27FC236}">
                <a16:creationId xmlns:a16="http://schemas.microsoft.com/office/drawing/2014/main" id="{F0AC1495-D0CE-DA46-CD7B-15E349421CCA}"/>
              </a:ext>
            </a:extLst>
          </p:cNvPr>
          <p:cNvSpPr txBox="1"/>
          <p:nvPr/>
        </p:nvSpPr>
        <p:spPr>
          <a:xfrm>
            <a:off x="165100" y="246550"/>
            <a:ext cx="8724900" cy="523220"/>
          </a:xfrm>
          <a:prstGeom prst="rect">
            <a:avLst/>
          </a:prstGeom>
          <a:noFill/>
        </p:spPr>
        <p:txBody>
          <a:bodyPr wrap="square">
            <a:spAutoFit/>
          </a:bodyPr>
          <a:lstStyle/>
          <a:p>
            <a:r>
              <a:rPr lang="en-IN" sz="2800" b="1" dirty="0"/>
              <a:t>Total Revenue by Product Category</a:t>
            </a:r>
            <a:endParaRPr lang="en-US" sz="2800" dirty="0"/>
          </a:p>
        </p:txBody>
      </p:sp>
    </p:spTree>
    <p:extLst>
      <p:ext uri="{BB962C8B-B14F-4D97-AF65-F5344CB8AC3E}">
        <p14:creationId xmlns:p14="http://schemas.microsoft.com/office/powerpoint/2010/main" val="227943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FD2C3EB3-0B3B-612B-3E41-DAAC3A7D54B4}"/>
              </a:ext>
            </a:extLst>
          </p:cNvPr>
          <p:cNvSpPr/>
          <p:nvPr/>
        </p:nvSpPr>
        <p:spPr>
          <a:xfrm>
            <a:off x="292100" y="1175250"/>
            <a:ext cx="5499100" cy="4920749"/>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ED001CD-F36F-2601-8FDD-1BC823CA26A9}"/>
              </a:ext>
            </a:extLst>
          </p:cNvPr>
          <p:cNvSpPr>
            <a:spLocks noGrp="1"/>
          </p:cNvSpPr>
          <p:nvPr>
            <p:ph type="sldNum" sz="quarter" idx="12"/>
          </p:nvPr>
        </p:nvSpPr>
        <p:spPr/>
        <p:txBody>
          <a:bodyPr/>
          <a:lstStyle/>
          <a:p>
            <a:fld id="{C01389E6-C847-4AD0-B56D-D205B2EAB1EE}" type="slidenum">
              <a:rPr lang="en-US" smtClean="0"/>
              <a:pPr/>
              <a:t>9</a:t>
            </a:fld>
            <a:endParaRPr lang="en-US" dirty="0"/>
          </a:p>
        </p:txBody>
      </p:sp>
      <p:sp>
        <p:nvSpPr>
          <p:cNvPr id="22" name="TextBox 21">
            <a:extLst>
              <a:ext uri="{FF2B5EF4-FFF2-40B4-BE49-F238E27FC236}">
                <a16:creationId xmlns:a16="http://schemas.microsoft.com/office/drawing/2014/main" id="{F0AC1495-D0CE-DA46-CD7B-15E349421CCA}"/>
              </a:ext>
            </a:extLst>
          </p:cNvPr>
          <p:cNvSpPr txBox="1"/>
          <p:nvPr/>
        </p:nvSpPr>
        <p:spPr>
          <a:xfrm>
            <a:off x="165100" y="246550"/>
            <a:ext cx="8724900" cy="523220"/>
          </a:xfrm>
          <a:prstGeom prst="rect">
            <a:avLst/>
          </a:prstGeom>
          <a:noFill/>
        </p:spPr>
        <p:txBody>
          <a:bodyPr wrap="square">
            <a:spAutoFit/>
          </a:bodyPr>
          <a:lstStyle/>
          <a:p>
            <a:r>
              <a:rPr lang="en-IN" sz="2800" b="1" dirty="0"/>
              <a:t>Unique Customers by Year</a:t>
            </a:r>
            <a:endParaRPr lang="en-US" sz="2800" dirty="0"/>
          </a:p>
        </p:txBody>
      </p:sp>
      <p:pic>
        <p:nvPicPr>
          <p:cNvPr id="5" name="Picture 4">
            <a:extLst>
              <a:ext uri="{FF2B5EF4-FFF2-40B4-BE49-F238E27FC236}">
                <a16:creationId xmlns:a16="http://schemas.microsoft.com/office/drawing/2014/main" id="{7A14408F-59FE-4033-79CA-DF9B15E63BA4}"/>
              </a:ext>
            </a:extLst>
          </p:cNvPr>
          <p:cNvPicPr>
            <a:picLocks noChangeAspect="1"/>
          </p:cNvPicPr>
          <p:nvPr/>
        </p:nvPicPr>
        <p:blipFill>
          <a:blip r:embed="rId3"/>
          <a:stretch>
            <a:fillRect/>
          </a:stretch>
        </p:blipFill>
        <p:spPr>
          <a:xfrm>
            <a:off x="6292637" y="1849226"/>
            <a:ext cx="5619963" cy="3159548"/>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93DC7C67-F2C5-7B6B-5471-CCD0C68D8D58}"/>
              </a:ext>
            </a:extLst>
          </p:cNvPr>
          <p:cNvSpPr txBox="1"/>
          <p:nvPr/>
        </p:nvSpPr>
        <p:spPr>
          <a:xfrm>
            <a:off x="565150" y="1869453"/>
            <a:ext cx="4953000" cy="3139321"/>
          </a:xfrm>
          <a:prstGeom prst="rect">
            <a:avLst/>
          </a:prstGeom>
          <a:noFill/>
        </p:spPr>
        <p:txBody>
          <a:bodyPr wrap="square">
            <a:spAutoFit/>
          </a:bodyPr>
          <a:lstStyle/>
          <a:p>
            <a:pPr marL="285750" indent="-285750">
              <a:buFont typeface="Wingdings" panose="05000000000000000000" pitchFamily="2" charset="2"/>
              <a:buChar char="q"/>
            </a:pPr>
            <a:r>
              <a:rPr lang="en-US" b="1" dirty="0">
                <a:solidFill>
                  <a:schemeClr val="bg1">
                    <a:alpha val="55000"/>
                  </a:schemeClr>
                </a:solidFill>
              </a:rPr>
              <a:t>From 2015 to 2019, the number of unique customers remained relatively stable, fluctuating between 17,400 to 17,700. This suggests that the customer base has remained consistent year over year during this period.</a:t>
            </a:r>
          </a:p>
          <a:p>
            <a:pPr marL="285750" indent="-285750">
              <a:buFont typeface="Wingdings" panose="05000000000000000000" pitchFamily="2" charset="2"/>
              <a:buChar char="q"/>
            </a:pPr>
            <a:endParaRPr lang="en-US" b="1" dirty="0">
              <a:solidFill>
                <a:schemeClr val="bg1">
                  <a:alpha val="55000"/>
                </a:schemeClr>
              </a:solidFill>
            </a:endParaRPr>
          </a:p>
          <a:p>
            <a:pPr marL="285750" indent="-285750">
              <a:buFont typeface="Wingdings" panose="05000000000000000000" pitchFamily="2" charset="2"/>
              <a:buChar char="q"/>
            </a:pPr>
            <a:r>
              <a:rPr lang="en-US" b="1" dirty="0">
                <a:solidFill>
                  <a:schemeClr val="bg1">
                    <a:alpha val="55000"/>
                  </a:schemeClr>
                </a:solidFill>
              </a:rPr>
              <a:t>There is a notable increase to 25,200 unique customers in 2020. This suggests a strong increase in customer acquisition.</a:t>
            </a:r>
            <a:endParaRPr lang="en-IN" b="1" dirty="0">
              <a:solidFill>
                <a:schemeClr val="bg1">
                  <a:alpha val="55000"/>
                </a:schemeClr>
              </a:solidFill>
              <a:ea typeface="Calibri"/>
              <a:cs typeface="Calibri"/>
            </a:endParaRPr>
          </a:p>
          <a:p>
            <a:pPr marL="285750" indent="-285750">
              <a:buFont typeface="Wingdings" panose="05000000000000000000" pitchFamily="2" charset="2"/>
              <a:buChar char="q"/>
            </a:pPr>
            <a:endParaRPr lang="en-US" b="1" dirty="0">
              <a:solidFill>
                <a:schemeClr val="bg1">
                  <a:alpha val="55000"/>
                </a:schemeClr>
              </a:solidFill>
              <a:ea typeface="Calibri"/>
              <a:cs typeface="Calibri"/>
            </a:endParaRPr>
          </a:p>
        </p:txBody>
      </p:sp>
    </p:spTree>
    <p:extLst>
      <p:ext uri="{BB962C8B-B14F-4D97-AF65-F5344CB8AC3E}">
        <p14:creationId xmlns:p14="http://schemas.microsoft.com/office/powerpoint/2010/main" val="2826312276"/>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FD2C3EB3-0B3B-612B-3E41-DAAC3A7D54B4}"/>
              </a:ext>
            </a:extLst>
          </p:cNvPr>
          <p:cNvSpPr/>
          <p:nvPr/>
        </p:nvSpPr>
        <p:spPr>
          <a:xfrm>
            <a:off x="292100" y="1175250"/>
            <a:ext cx="5499100" cy="4920749"/>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ED001CD-F36F-2601-8FDD-1BC823CA26A9}"/>
              </a:ext>
            </a:extLst>
          </p:cNvPr>
          <p:cNvSpPr>
            <a:spLocks noGrp="1"/>
          </p:cNvSpPr>
          <p:nvPr>
            <p:ph type="sldNum" sz="quarter" idx="12"/>
          </p:nvPr>
        </p:nvSpPr>
        <p:spPr/>
        <p:txBody>
          <a:bodyPr/>
          <a:lstStyle/>
          <a:p>
            <a:fld id="{C01389E6-C847-4AD0-B56D-D205B2EAB1EE}" type="slidenum">
              <a:rPr lang="en-US" smtClean="0"/>
              <a:pPr/>
              <a:t>10</a:t>
            </a:fld>
            <a:endParaRPr lang="en-US" dirty="0"/>
          </a:p>
        </p:txBody>
      </p:sp>
      <p:sp>
        <p:nvSpPr>
          <p:cNvPr id="22" name="TextBox 21">
            <a:extLst>
              <a:ext uri="{FF2B5EF4-FFF2-40B4-BE49-F238E27FC236}">
                <a16:creationId xmlns:a16="http://schemas.microsoft.com/office/drawing/2014/main" id="{F0AC1495-D0CE-DA46-CD7B-15E349421CCA}"/>
              </a:ext>
            </a:extLst>
          </p:cNvPr>
          <p:cNvSpPr txBox="1"/>
          <p:nvPr/>
        </p:nvSpPr>
        <p:spPr>
          <a:xfrm>
            <a:off x="165100" y="246550"/>
            <a:ext cx="8724900" cy="523220"/>
          </a:xfrm>
          <a:prstGeom prst="rect">
            <a:avLst/>
          </a:prstGeom>
          <a:noFill/>
        </p:spPr>
        <p:txBody>
          <a:bodyPr wrap="square">
            <a:spAutoFit/>
          </a:bodyPr>
          <a:lstStyle/>
          <a:p>
            <a:r>
              <a:rPr lang="en-IN" sz="2800" b="1"/>
              <a:t>Total Revenue by Product</a:t>
            </a:r>
            <a:endParaRPr lang="en-US" sz="2800" dirty="0"/>
          </a:p>
        </p:txBody>
      </p:sp>
      <p:pic>
        <p:nvPicPr>
          <p:cNvPr id="5" name="Picture 4">
            <a:extLst>
              <a:ext uri="{FF2B5EF4-FFF2-40B4-BE49-F238E27FC236}">
                <a16:creationId xmlns:a16="http://schemas.microsoft.com/office/drawing/2014/main" id="{09DD50D6-27F8-11CD-C7FA-A4A636FDA816}"/>
              </a:ext>
            </a:extLst>
          </p:cNvPr>
          <p:cNvPicPr>
            <a:picLocks noChangeAspect="1"/>
          </p:cNvPicPr>
          <p:nvPr/>
        </p:nvPicPr>
        <p:blipFill>
          <a:blip r:embed="rId2"/>
          <a:stretch>
            <a:fillRect/>
          </a:stretch>
        </p:blipFill>
        <p:spPr>
          <a:xfrm>
            <a:off x="6215030" y="1983155"/>
            <a:ext cx="5849970" cy="2891690"/>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sp>
        <p:nvSpPr>
          <p:cNvPr id="8" name="TextBox 7">
            <a:extLst>
              <a:ext uri="{FF2B5EF4-FFF2-40B4-BE49-F238E27FC236}">
                <a16:creationId xmlns:a16="http://schemas.microsoft.com/office/drawing/2014/main" id="{71719E4C-A396-8BAA-2553-D30A432B3299}"/>
              </a:ext>
            </a:extLst>
          </p:cNvPr>
          <p:cNvSpPr txBox="1"/>
          <p:nvPr/>
        </p:nvSpPr>
        <p:spPr>
          <a:xfrm>
            <a:off x="457200" y="1462385"/>
            <a:ext cx="5168900" cy="4801314"/>
          </a:xfrm>
          <a:prstGeom prst="rect">
            <a:avLst/>
          </a:prstGeom>
          <a:noFill/>
        </p:spPr>
        <p:txBody>
          <a:bodyPr wrap="square">
            <a:spAutoFit/>
          </a:bodyPr>
          <a:lstStyle/>
          <a:p>
            <a:pPr marL="285750" indent="-285750">
              <a:buFont typeface="Wingdings" panose="05000000000000000000" pitchFamily="2" charset="2"/>
              <a:buChar char="q"/>
            </a:pPr>
            <a:r>
              <a:rPr lang="en-IN" sz="1800" b="1" dirty="0">
                <a:solidFill>
                  <a:schemeClr val="bg1">
                    <a:alpha val="55000"/>
                  </a:schemeClr>
                </a:solidFill>
              </a:rPr>
              <a:t>Canon EOS 600D and Canon EOS 60D DSLR cameras are the highest-selling products, indicating high demand for quality photography equipment.</a:t>
            </a:r>
          </a:p>
          <a:p>
            <a:pPr marL="285750" indent="-285750">
              <a:buFont typeface="Wingdings" panose="05000000000000000000" pitchFamily="2" charset="2"/>
              <a:buChar char="q"/>
            </a:pPr>
            <a:endParaRPr lang="en-IN" sz="1800" b="1" dirty="0">
              <a:solidFill>
                <a:schemeClr val="bg1">
                  <a:alpha val="55000"/>
                </a:schemeClr>
              </a:solidFill>
            </a:endParaRPr>
          </a:p>
          <a:p>
            <a:pPr marL="285750" indent="-285750">
              <a:buFont typeface="Wingdings" panose="05000000000000000000" pitchFamily="2" charset="2"/>
              <a:buChar char="q"/>
            </a:pPr>
            <a:r>
              <a:rPr lang="en-IN" sz="1800" b="1" dirty="0">
                <a:solidFill>
                  <a:schemeClr val="bg1">
                    <a:alpha val="55000"/>
                  </a:schemeClr>
                </a:solidFill>
              </a:rPr>
              <a:t>The Amazon Fire HD 8 Kids Tablet and Samsung Galaxy A02 smartphone show strong sales, that reflects customer interest in family-friendly and affordable devices.</a:t>
            </a:r>
          </a:p>
          <a:p>
            <a:pPr marL="285750" indent="-285750">
              <a:buFont typeface="Wingdings" panose="05000000000000000000" pitchFamily="2" charset="2"/>
              <a:buChar char="q"/>
            </a:pPr>
            <a:endParaRPr lang="en-IN" sz="1800" b="1" dirty="0">
              <a:solidFill>
                <a:schemeClr val="bg1">
                  <a:alpha val="55000"/>
                </a:schemeClr>
              </a:solidFill>
              <a:ea typeface="Calibri"/>
              <a:cs typeface="Calibri"/>
            </a:endParaRPr>
          </a:p>
          <a:p>
            <a:pPr marL="285750" indent="-285750">
              <a:buFont typeface="Wingdings" panose="05000000000000000000" pitchFamily="2" charset="2"/>
              <a:buChar char="q"/>
            </a:pPr>
            <a:r>
              <a:rPr lang="en-US" sz="1800" b="1" dirty="0">
                <a:solidFill>
                  <a:schemeClr val="bg1">
                    <a:alpha val="55000"/>
                  </a:schemeClr>
                </a:solidFill>
              </a:rPr>
              <a:t>Products with sales amounts closer to 1M or 2M may be more focused but still have potential for growth. These products can be used as tailoring marketing strategies or expanding the product line which helps to increase their visibility and sales.</a:t>
            </a:r>
            <a:endParaRPr lang="en-IN" sz="1800" b="1" dirty="0">
              <a:solidFill>
                <a:schemeClr val="bg1">
                  <a:alpha val="55000"/>
                </a:schemeClr>
              </a:solidFill>
              <a:ea typeface="Calibri"/>
              <a:cs typeface="Calibri"/>
            </a:endParaRPr>
          </a:p>
          <a:p>
            <a:pPr marL="285750" indent="-285750">
              <a:buFont typeface="Wingdings" panose="05000000000000000000" pitchFamily="2" charset="2"/>
              <a:buChar char="q"/>
            </a:pPr>
            <a:endParaRPr lang="en-IN" sz="1800" b="1" dirty="0">
              <a:solidFill>
                <a:schemeClr val="bg1">
                  <a:alpha val="55000"/>
                </a:schemeClr>
              </a:solidFill>
              <a:ea typeface="Calibri"/>
              <a:cs typeface="Calibri"/>
            </a:endParaRPr>
          </a:p>
        </p:txBody>
      </p:sp>
    </p:spTree>
    <p:extLst>
      <p:ext uri="{BB962C8B-B14F-4D97-AF65-F5344CB8AC3E}">
        <p14:creationId xmlns:p14="http://schemas.microsoft.com/office/powerpoint/2010/main" val="384529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FD2C3EB3-0B3B-612B-3E41-DAAC3A7D54B4}"/>
              </a:ext>
            </a:extLst>
          </p:cNvPr>
          <p:cNvSpPr/>
          <p:nvPr/>
        </p:nvSpPr>
        <p:spPr>
          <a:xfrm>
            <a:off x="292100" y="1175250"/>
            <a:ext cx="5499100" cy="4920749"/>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ED001CD-F36F-2601-8FDD-1BC823CA26A9}"/>
              </a:ext>
            </a:extLst>
          </p:cNvPr>
          <p:cNvSpPr>
            <a:spLocks noGrp="1"/>
          </p:cNvSpPr>
          <p:nvPr>
            <p:ph type="sldNum" sz="quarter" idx="12"/>
          </p:nvPr>
        </p:nvSpPr>
        <p:spPr/>
        <p:txBody>
          <a:bodyPr/>
          <a:lstStyle/>
          <a:p>
            <a:fld id="{C01389E6-C847-4AD0-B56D-D205B2EAB1EE}" type="slidenum">
              <a:rPr lang="en-US" smtClean="0"/>
              <a:pPr/>
              <a:t>11</a:t>
            </a:fld>
            <a:endParaRPr lang="en-US" dirty="0"/>
          </a:p>
        </p:txBody>
      </p:sp>
      <p:sp>
        <p:nvSpPr>
          <p:cNvPr id="22" name="TextBox 21">
            <a:extLst>
              <a:ext uri="{FF2B5EF4-FFF2-40B4-BE49-F238E27FC236}">
                <a16:creationId xmlns:a16="http://schemas.microsoft.com/office/drawing/2014/main" id="{F0AC1495-D0CE-DA46-CD7B-15E349421CCA}"/>
              </a:ext>
            </a:extLst>
          </p:cNvPr>
          <p:cNvSpPr txBox="1"/>
          <p:nvPr/>
        </p:nvSpPr>
        <p:spPr>
          <a:xfrm>
            <a:off x="165100" y="246549"/>
            <a:ext cx="6896100" cy="461665"/>
          </a:xfrm>
          <a:prstGeom prst="rect">
            <a:avLst/>
          </a:prstGeom>
          <a:noFill/>
        </p:spPr>
        <p:txBody>
          <a:bodyPr wrap="square">
            <a:spAutoFit/>
          </a:bodyPr>
          <a:lstStyle/>
          <a:p>
            <a:r>
              <a:rPr lang="en-IN" sz="2400" b="1" dirty="0"/>
              <a:t>Average Delivered Days by Delivery Type</a:t>
            </a:r>
            <a:endParaRPr lang="en-US" sz="2400" dirty="0"/>
          </a:p>
        </p:txBody>
      </p:sp>
      <p:pic>
        <p:nvPicPr>
          <p:cNvPr id="3" name="Picture 2">
            <a:extLst>
              <a:ext uri="{FF2B5EF4-FFF2-40B4-BE49-F238E27FC236}">
                <a16:creationId xmlns:a16="http://schemas.microsoft.com/office/drawing/2014/main" id="{21F08B7C-EF8E-AE7D-5F5E-7E5574437873}"/>
              </a:ext>
            </a:extLst>
          </p:cNvPr>
          <p:cNvPicPr>
            <a:picLocks noChangeAspect="1"/>
          </p:cNvPicPr>
          <p:nvPr/>
        </p:nvPicPr>
        <p:blipFill>
          <a:blip r:embed="rId2"/>
          <a:stretch>
            <a:fillRect/>
          </a:stretch>
        </p:blipFill>
        <p:spPr>
          <a:xfrm>
            <a:off x="6562346" y="1866900"/>
            <a:ext cx="5105398" cy="3442749"/>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0569E64C-C545-80CE-86C0-C9EA18CD27B7}"/>
              </a:ext>
            </a:extLst>
          </p:cNvPr>
          <p:cNvSpPr txBox="1"/>
          <p:nvPr/>
        </p:nvSpPr>
        <p:spPr>
          <a:xfrm>
            <a:off x="428246" y="2171832"/>
            <a:ext cx="5108954" cy="2862322"/>
          </a:xfrm>
          <a:prstGeom prst="rect">
            <a:avLst/>
          </a:prstGeom>
          <a:noFill/>
        </p:spPr>
        <p:txBody>
          <a:bodyPr wrap="square">
            <a:spAutoFit/>
          </a:bodyPr>
          <a:lstStyle/>
          <a:p>
            <a:pPr marL="285750" indent="-285750">
              <a:buFont typeface="Wingdings" panose="05000000000000000000" pitchFamily="2" charset="2"/>
              <a:buChar char="q"/>
            </a:pPr>
            <a:r>
              <a:rPr lang="en-US" sz="1800" b="1" dirty="0">
                <a:solidFill>
                  <a:schemeClr val="bg1">
                    <a:alpha val="55000"/>
                  </a:schemeClr>
                </a:solidFill>
              </a:rPr>
              <a:t>There is a correlation between average wait times and delivery type between ordering and receiving a product.</a:t>
            </a:r>
          </a:p>
          <a:p>
            <a:pPr marL="285750" indent="-285750">
              <a:buFont typeface="Wingdings" panose="05000000000000000000" pitchFamily="2" charset="2"/>
              <a:buChar char="q"/>
            </a:pPr>
            <a:endParaRPr lang="en-US" sz="1800" b="1" dirty="0">
              <a:solidFill>
                <a:schemeClr val="bg1">
                  <a:alpha val="55000"/>
                </a:schemeClr>
              </a:solidFill>
            </a:endParaRPr>
          </a:p>
          <a:p>
            <a:pPr marL="285750" indent="-285750">
              <a:buFont typeface="Wingdings" panose="05000000000000000000" pitchFamily="2" charset="2"/>
              <a:buChar char="q"/>
            </a:pPr>
            <a:r>
              <a:rPr lang="en-US" sz="1800" b="1" dirty="0">
                <a:solidFill>
                  <a:schemeClr val="bg1">
                    <a:alpha val="55000"/>
                  </a:schemeClr>
                </a:solidFill>
              </a:rPr>
              <a:t>This data highlights significant differences in wait times across delivery methods: Shipped from Abroad (15.0) has the longest delivery times, while Express Delivery (3.5) offers the fastest service.</a:t>
            </a:r>
            <a:endParaRPr lang="en-US" sz="1800" b="1" dirty="0">
              <a:solidFill>
                <a:schemeClr val="bg1">
                  <a:alpha val="55000"/>
                </a:schemeClr>
              </a:solidFill>
              <a:ea typeface="Calibri"/>
              <a:cs typeface="Calibri"/>
            </a:endParaRPr>
          </a:p>
          <a:p>
            <a:pPr marL="285750" indent="-285750">
              <a:buFont typeface="Wingdings" panose="05000000000000000000" pitchFamily="2" charset="2"/>
              <a:buChar char="q"/>
            </a:pPr>
            <a:endParaRPr lang="en-US" sz="1800" b="1" dirty="0">
              <a:solidFill>
                <a:schemeClr val="bg1">
                  <a:alpha val="55000"/>
                </a:schemeClr>
              </a:solidFill>
              <a:ea typeface="Calibri"/>
              <a:cs typeface="Calibri"/>
            </a:endParaRPr>
          </a:p>
        </p:txBody>
      </p:sp>
    </p:spTree>
    <p:extLst>
      <p:ext uri="{BB962C8B-B14F-4D97-AF65-F5344CB8AC3E}">
        <p14:creationId xmlns:p14="http://schemas.microsoft.com/office/powerpoint/2010/main" val="3061192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FD2C3EB3-0B3B-612B-3E41-DAAC3A7D54B4}"/>
              </a:ext>
            </a:extLst>
          </p:cNvPr>
          <p:cNvSpPr/>
          <p:nvPr/>
        </p:nvSpPr>
        <p:spPr>
          <a:xfrm>
            <a:off x="292100" y="1175250"/>
            <a:ext cx="5499100" cy="4920749"/>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ED001CD-F36F-2601-8FDD-1BC823CA26A9}"/>
              </a:ext>
            </a:extLst>
          </p:cNvPr>
          <p:cNvSpPr>
            <a:spLocks noGrp="1"/>
          </p:cNvSpPr>
          <p:nvPr>
            <p:ph type="sldNum" sz="quarter" idx="12"/>
          </p:nvPr>
        </p:nvSpPr>
        <p:spPr/>
        <p:txBody>
          <a:bodyPr/>
          <a:lstStyle/>
          <a:p>
            <a:fld id="{C01389E6-C847-4AD0-B56D-D205B2EAB1EE}" type="slidenum">
              <a:rPr lang="en-US" smtClean="0"/>
              <a:pPr/>
              <a:t>12</a:t>
            </a:fld>
            <a:endParaRPr lang="en-US" dirty="0"/>
          </a:p>
        </p:txBody>
      </p:sp>
      <p:sp>
        <p:nvSpPr>
          <p:cNvPr id="22" name="TextBox 21">
            <a:extLst>
              <a:ext uri="{FF2B5EF4-FFF2-40B4-BE49-F238E27FC236}">
                <a16:creationId xmlns:a16="http://schemas.microsoft.com/office/drawing/2014/main" id="{F0AC1495-D0CE-DA46-CD7B-15E349421CCA}"/>
              </a:ext>
            </a:extLst>
          </p:cNvPr>
          <p:cNvSpPr txBox="1"/>
          <p:nvPr/>
        </p:nvSpPr>
        <p:spPr>
          <a:xfrm>
            <a:off x="292100" y="216158"/>
            <a:ext cx="6896100" cy="584775"/>
          </a:xfrm>
          <a:prstGeom prst="rect">
            <a:avLst/>
          </a:prstGeom>
          <a:noFill/>
        </p:spPr>
        <p:txBody>
          <a:bodyPr wrap="square">
            <a:spAutoFit/>
          </a:bodyPr>
          <a:lstStyle/>
          <a:p>
            <a:r>
              <a:rPr lang="en-IN" sz="3200" b="1" dirty="0"/>
              <a:t>Revenue Distribution</a:t>
            </a:r>
            <a:endParaRPr lang="en-US" sz="3200" dirty="0"/>
          </a:p>
        </p:txBody>
      </p:sp>
      <p:sp>
        <p:nvSpPr>
          <p:cNvPr id="7" name="TextBox 6">
            <a:extLst>
              <a:ext uri="{FF2B5EF4-FFF2-40B4-BE49-F238E27FC236}">
                <a16:creationId xmlns:a16="http://schemas.microsoft.com/office/drawing/2014/main" id="{0569E64C-C545-80CE-86C0-C9EA18CD27B7}"/>
              </a:ext>
            </a:extLst>
          </p:cNvPr>
          <p:cNvSpPr txBox="1"/>
          <p:nvPr/>
        </p:nvSpPr>
        <p:spPr>
          <a:xfrm>
            <a:off x="487173" y="1809750"/>
            <a:ext cx="5108954" cy="3970318"/>
          </a:xfrm>
          <a:prstGeom prst="rect">
            <a:avLst/>
          </a:prstGeom>
          <a:noFill/>
        </p:spPr>
        <p:txBody>
          <a:bodyPr wrap="square">
            <a:spAutoFit/>
          </a:bodyPr>
          <a:lstStyle/>
          <a:p>
            <a:pPr marL="285750" indent="-285750">
              <a:buFont typeface="Wingdings" panose="05000000000000000000" pitchFamily="2" charset="2"/>
              <a:buChar char="q"/>
            </a:pPr>
            <a:r>
              <a:rPr lang="en-IN" sz="1800" b="1" dirty="0">
                <a:solidFill>
                  <a:schemeClr val="bg1">
                    <a:alpha val="55000"/>
                  </a:schemeClr>
                </a:solidFill>
              </a:rPr>
              <a:t>Greater Accra, Ashanti and Western regions have </a:t>
            </a:r>
            <a:r>
              <a:rPr lang="en-US" sz="1800" b="1" dirty="0">
                <a:solidFill>
                  <a:schemeClr val="bg1">
                    <a:alpha val="55000"/>
                  </a:schemeClr>
                </a:solidFill>
              </a:rPr>
              <a:t>high demand for products, making a key for marketing and business expansion.</a:t>
            </a:r>
          </a:p>
          <a:p>
            <a:pPr marL="285750" indent="-285750">
              <a:buFont typeface="Wingdings" panose="05000000000000000000" pitchFamily="2" charset="2"/>
              <a:buChar char="q"/>
            </a:pPr>
            <a:endParaRPr lang="en-US" sz="1800" b="1" dirty="0">
              <a:solidFill>
                <a:schemeClr val="bg1">
                  <a:alpha val="55000"/>
                </a:schemeClr>
              </a:solidFill>
              <a:ea typeface="Calibri"/>
              <a:cs typeface="Calibri"/>
            </a:endParaRPr>
          </a:p>
          <a:p>
            <a:pPr marL="285750" indent="-285750">
              <a:buFont typeface="Wingdings" panose="05000000000000000000" pitchFamily="2" charset="2"/>
              <a:buChar char="q"/>
            </a:pPr>
            <a:r>
              <a:rPr lang="en-US" sz="1800" b="1" dirty="0" err="1">
                <a:solidFill>
                  <a:schemeClr val="bg1">
                    <a:alpha val="55000"/>
                  </a:schemeClr>
                </a:solidFill>
              </a:rPr>
              <a:t>Prampram</a:t>
            </a:r>
            <a:r>
              <a:rPr lang="en-US" sz="1800" b="1" dirty="0">
                <a:solidFill>
                  <a:schemeClr val="bg1">
                    <a:alpha val="55000"/>
                  </a:schemeClr>
                </a:solidFill>
              </a:rPr>
              <a:t>, Savannah, or North East, there are opportunities to increase market share by tailoring strategies to local demands and promoting products more effectively.</a:t>
            </a:r>
          </a:p>
          <a:p>
            <a:pPr marL="285750" indent="-285750">
              <a:buFont typeface="Wingdings" panose="05000000000000000000" pitchFamily="2" charset="2"/>
              <a:buChar char="q"/>
            </a:pPr>
            <a:endParaRPr lang="en-US" sz="1800" b="1" dirty="0">
              <a:solidFill>
                <a:schemeClr val="bg1">
                  <a:alpha val="55000"/>
                </a:schemeClr>
              </a:solidFill>
              <a:ea typeface="Calibri"/>
              <a:cs typeface="Calibri"/>
            </a:endParaRPr>
          </a:p>
          <a:p>
            <a:pPr marL="285750" indent="-285750">
              <a:buFont typeface="Wingdings" panose="05000000000000000000" pitchFamily="2" charset="2"/>
              <a:buChar char="q"/>
            </a:pPr>
            <a:r>
              <a:rPr lang="en-US" sz="1800" b="1" dirty="0">
                <a:solidFill>
                  <a:schemeClr val="bg1">
                    <a:alpha val="55000"/>
                  </a:schemeClr>
                </a:solidFill>
              </a:rPr>
              <a:t>Amasaman, Bono East and </a:t>
            </a:r>
            <a:r>
              <a:rPr lang="en-US" sz="1800" b="1" dirty="0" err="1">
                <a:solidFill>
                  <a:schemeClr val="bg1">
                    <a:alpha val="55000"/>
                  </a:schemeClr>
                </a:solidFill>
              </a:rPr>
              <a:t>Dawhenya</a:t>
            </a:r>
            <a:r>
              <a:rPr lang="en-US" sz="1800" b="1" dirty="0">
                <a:solidFill>
                  <a:schemeClr val="bg1">
                    <a:alpha val="55000"/>
                  </a:schemeClr>
                </a:solidFill>
              </a:rPr>
              <a:t> regions have lower sales,</a:t>
            </a:r>
            <a:r>
              <a:rPr lang="en-IN" sz="1800" b="1" dirty="0">
                <a:solidFill>
                  <a:schemeClr val="bg1">
                    <a:alpha val="55000"/>
                  </a:schemeClr>
                </a:solidFill>
              </a:rPr>
              <a:t> indicating </a:t>
            </a:r>
            <a:r>
              <a:rPr lang="en-US" sz="1800" b="1" dirty="0">
                <a:solidFill>
                  <a:schemeClr val="bg1">
                    <a:alpha val="55000"/>
                  </a:schemeClr>
                </a:solidFill>
              </a:rPr>
              <a:t>smaller populations or be less commercially developed compared to higher-performing regions.</a:t>
            </a:r>
            <a:endParaRPr lang="en-US" sz="1800" b="1" dirty="0">
              <a:solidFill>
                <a:schemeClr val="bg1">
                  <a:alpha val="55000"/>
                </a:schemeClr>
              </a:solidFill>
              <a:ea typeface="Calibri"/>
              <a:cs typeface="Calibri"/>
            </a:endParaRPr>
          </a:p>
          <a:p>
            <a:pPr marL="285750" indent="-285750">
              <a:buFont typeface="Wingdings" panose="05000000000000000000" pitchFamily="2" charset="2"/>
              <a:buChar char="q"/>
            </a:pPr>
            <a:endParaRPr lang="en-US" sz="1800" b="1" dirty="0">
              <a:solidFill>
                <a:schemeClr val="bg1">
                  <a:alpha val="55000"/>
                </a:schemeClr>
              </a:solidFill>
              <a:ea typeface="Calibri"/>
              <a:cs typeface="Calibri"/>
            </a:endParaRPr>
          </a:p>
        </p:txBody>
      </p:sp>
      <p:pic>
        <p:nvPicPr>
          <p:cNvPr id="2" name="Picture 1">
            <a:extLst>
              <a:ext uri="{FF2B5EF4-FFF2-40B4-BE49-F238E27FC236}">
                <a16:creationId xmlns:a16="http://schemas.microsoft.com/office/drawing/2014/main" id="{ACD53B74-BB8F-44C4-56BC-23C980C056D0}"/>
              </a:ext>
            </a:extLst>
          </p:cNvPr>
          <p:cNvPicPr>
            <a:picLocks noChangeAspect="1"/>
          </p:cNvPicPr>
          <p:nvPr/>
        </p:nvPicPr>
        <p:blipFill>
          <a:blip r:embed="rId2"/>
          <a:stretch>
            <a:fillRect/>
          </a:stretch>
        </p:blipFill>
        <p:spPr>
          <a:xfrm>
            <a:off x="6438900" y="1809750"/>
            <a:ext cx="5448300" cy="3238500"/>
          </a:xfrm>
          <a:prstGeom prst="roundRect">
            <a:avLst>
              <a:gd name="adj" fmla="val 8594"/>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spTree>
    <p:extLst>
      <p:ext uri="{BB962C8B-B14F-4D97-AF65-F5344CB8AC3E}">
        <p14:creationId xmlns:p14="http://schemas.microsoft.com/office/powerpoint/2010/main" val="1304631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FD2C3EB3-0B3B-612B-3E41-DAAC3A7D54B4}"/>
              </a:ext>
            </a:extLst>
          </p:cNvPr>
          <p:cNvSpPr/>
          <p:nvPr/>
        </p:nvSpPr>
        <p:spPr>
          <a:xfrm>
            <a:off x="292100" y="1175250"/>
            <a:ext cx="5499100" cy="4920749"/>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ED001CD-F36F-2601-8FDD-1BC823CA26A9}"/>
              </a:ext>
            </a:extLst>
          </p:cNvPr>
          <p:cNvSpPr>
            <a:spLocks noGrp="1"/>
          </p:cNvSpPr>
          <p:nvPr>
            <p:ph type="sldNum" sz="quarter" idx="12"/>
          </p:nvPr>
        </p:nvSpPr>
        <p:spPr/>
        <p:txBody>
          <a:bodyPr/>
          <a:lstStyle/>
          <a:p>
            <a:fld id="{C01389E6-C847-4AD0-B56D-D205B2EAB1EE}" type="slidenum">
              <a:rPr lang="en-US" smtClean="0"/>
              <a:pPr/>
              <a:t>13</a:t>
            </a:fld>
            <a:endParaRPr lang="en-US" dirty="0"/>
          </a:p>
        </p:txBody>
      </p:sp>
      <p:sp>
        <p:nvSpPr>
          <p:cNvPr id="22" name="TextBox 21">
            <a:extLst>
              <a:ext uri="{FF2B5EF4-FFF2-40B4-BE49-F238E27FC236}">
                <a16:creationId xmlns:a16="http://schemas.microsoft.com/office/drawing/2014/main" id="{F0AC1495-D0CE-DA46-CD7B-15E349421CCA}"/>
              </a:ext>
            </a:extLst>
          </p:cNvPr>
          <p:cNvSpPr txBox="1"/>
          <p:nvPr/>
        </p:nvSpPr>
        <p:spPr>
          <a:xfrm>
            <a:off x="292100" y="119472"/>
            <a:ext cx="6896100" cy="1077218"/>
          </a:xfrm>
          <a:prstGeom prst="rect">
            <a:avLst/>
          </a:prstGeom>
          <a:noFill/>
        </p:spPr>
        <p:txBody>
          <a:bodyPr wrap="square">
            <a:spAutoFit/>
          </a:bodyPr>
          <a:lstStyle/>
          <a:p>
            <a:r>
              <a:rPr lang="en-IN" sz="3200" b="1" dirty="0"/>
              <a:t>Monthly Sales: Current Year vs Previous Year</a:t>
            </a:r>
            <a:endParaRPr lang="en-US" sz="3200" dirty="0"/>
          </a:p>
        </p:txBody>
      </p:sp>
      <p:sp>
        <p:nvSpPr>
          <p:cNvPr id="7" name="TextBox 6">
            <a:extLst>
              <a:ext uri="{FF2B5EF4-FFF2-40B4-BE49-F238E27FC236}">
                <a16:creationId xmlns:a16="http://schemas.microsoft.com/office/drawing/2014/main" id="{0569E64C-C545-80CE-86C0-C9EA18CD27B7}"/>
              </a:ext>
            </a:extLst>
          </p:cNvPr>
          <p:cNvSpPr txBox="1"/>
          <p:nvPr/>
        </p:nvSpPr>
        <p:spPr>
          <a:xfrm>
            <a:off x="487173" y="1384187"/>
            <a:ext cx="5108954" cy="4524315"/>
          </a:xfrm>
          <a:prstGeom prst="rect">
            <a:avLst/>
          </a:prstGeom>
          <a:noFill/>
        </p:spPr>
        <p:txBody>
          <a:bodyPr wrap="square">
            <a:spAutoFit/>
          </a:bodyPr>
          <a:lstStyle/>
          <a:p>
            <a:pPr marL="285750" indent="-285750">
              <a:buFont typeface="Wingdings" panose="05000000000000000000" pitchFamily="2" charset="2"/>
              <a:buChar char="q"/>
            </a:pPr>
            <a:r>
              <a:rPr lang="en-US" sz="1800" b="1" dirty="0">
                <a:solidFill>
                  <a:schemeClr val="bg1">
                    <a:alpha val="55000"/>
                  </a:schemeClr>
                </a:solidFill>
              </a:rPr>
              <a:t>The early months of 2020 showed strong sales growth, which could be due to factors like seasonal trends, new product launches have led to increased demand for certain products.</a:t>
            </a:r>
          </a:p>
          <a:p>
            <a:pPr marL="285750" indent="-285750">
              <a:buFont typeface="Wingdings" panose="05000000000000000000" pitchFamily="2" charset="2"/>
              <a:buChar char="q"/>
            </a:pPr>
            <a:endParaRPr lang="en-US" sz="1800" b="1" dirty="0">
              <a:solidFill>
                <a:schemeClr val="bg1">
                  <a:alpha val="55000"/>
                </a:schemeClr>
              </a:solidFill>
              <a:ea typeface="Calibri"/>
              <a:cs typeface="Calibri"/>
            </a:endParaRPr>
          </a:p>
          <a:p>
            <a:pPr marL="285750" indent="-285750">
              <a:buFont typeface="Wingdings" panose="05000000000000000000" pitchFamily="2" charset="2"/>
              <a:buChar char="q"/>
            </a:pPr>
            <a:r>
              <a:rPr lang="en-US" sz="1800" b="1" dirty="0">
                <a:solidFill>
                  <a:schemeClr val="bg1">
                    <a:alpha val="55000"/>
                  </a:schemeClr>
                </a:solidFill>
              </a:rPr>
              <a:t>February show lower sales, suggests that benefit from targeted promotions.</a:t>
            </a:r>
          </a:p>
          <a:p>
            <a:pPr marL="285750" indent="-285750">
              <a:buFont typeface="Wingdings" panose="05000000000000000000" pitchFamily="2" charset="2"/>
              <a:buChar char="q"/>
            </a:pPr>
            <a:endParaRPr lang="en-US" sz="1800" b="1" dirty="0">
              <a:solidFill>
                <a:schemeClr val="bg1">
                  <a:alpha val="55000"/>
                </a:schemeClr>
              </a:solidFill>
              <a:ea typeface="Calibri"/>
              <a:cs typeface="Calibri"/>
            </a:endParaRPr>
          </a:p>
          <a:p>
            <a:pPr marL="285750" indent="-285750">
              <a:buFont typeface="Wingdings" panose="05000000000000000000" pitchFamily="2" charset="2"/>
              <a:buChar char="q"/>
            </a:pPr>
            <a:r>
              <a:rPr lang="en-US" sz="1800" b="1" dirty="0">
                <a:solidFill>
                  <a:schemeClr val="bg1">
                    <a:alpha val="55000"/>
                  </a:schemeClr>
                </a:solidFill>
              </a:rPr>
              <a:t>Months like May and October show strong performance, indicating potential high demand periods.</a:t>
            </a:r>
          </a:p>
          <a:p>
            <a:pPr marL="285750" indent="-285750">
              <a:buFont typeface="Wingdings" panose="05000000000000000000" pitchFamily="2" charset="2"/>
              <a:buChar char="q"/>
            </a:pPr>
            <a:endParaRPr lang="en-US" sz="1800" b="1" dirty="0">
              <a:solidFill>
                <a:schemeClr val="bg1">
                  <a:alpha val="55000"/>
                </a:schemeClr>
              </a:solidFill>
              <a:ea typeface="Calibri"/>
              <a:cs typeface="Calibri"/>
            </a:endParaRPr>
          </a:p>
          <a:p>
            <a:pPr marL="285750" indent="-285750">
              <a:buFont typeface="Wingdings" panose="05000000000000000000" pitchFamily="2" charset="2"/>
              <a:buChar char="q"/>
            </a:pPr>
            <a:r>
              <a:rPr lang="en-IN" sz="1800" b="1" dirty="0">
                <a:solidFill>
                  <a:schemeClr val="bg1">
                    <a:alpha val="55000"/>
                  </a:schemeClr>
                </a:solidFill>
              </a:rPr>
              <a:t>July and March have higher sales, due to </a:t>
            </a:r>
            <a:r>
              <a:rPr lang="en-US" sz="1800" b="1" dirty="0">
                <a:solidFill>
                  <a:schemeClr val="bg1">
                    <a:alpha val="55000"/>
                  </a:schemeClr>
                </a:solidFill>
              </a:rPr>
              <a:t>focusing on promotions or adjusting marketing efforts to counter such declines in the future.</a:t>
            </a:r>
            <a:endParaRPr lang="en-IN" sz="1800" b="1" dirty="0">
              <a:solidFill>
                <a:schemeClr val="bg1">
                  <a:alpha val="55000"/>
                </a:schemeClr>
              </a:solidFill>
              <a:ea typeface="Calibri"/>
              <a:cs typeface="Calibri"/>
            </a:endParaRPr>
          </a:p>
          <a:p>
            <a:pPr marL="285750" indent="-285750">
              <a:buFont typeface="Wingdings" panose="05000000000000000000" pitchFamily="2" charset="2"/>
              <a:buChar char="q"/>
            </a:pPr>
            <a:endParaRPr lang="en-US" sz="1800" b="1" dirty="0">
              <a:solidFill>
                <a:schemeClr val="bg1">
                  <a:alpha val="55000"/>
                </a:schemeClr>
              </a:solidFill>
              <a:ea typeface="Calibri"/>
              <a:cs typeface="Calibri"/>
            </a:endParaRPr>
          </a:p>
        </p:txBody>
      </p:sp>
      <p:pic>
        <p:nvPicPr>
          <p:cNvPr id="5" name="Picture 4">
            <a:extLst>
              <a:ext uri="{FF2B5EF4-FFF2-40B4-BE49-F238E27FC236}">
                <a16:creationId xmlns:a16="http://schemas.microsoft.com/office/drawing/2014/main" id="{5FD879BF-D749-68B7-647D-15690584E286}"/>
              </a:ext>
            </a:extLst>
          </p:cNvPr>
          <p:cNvPicPr>
            <a:picLocks noChangeAspect="1"/>
          </p:cNvPicPr>
          <p:nvPr/>
        </p:nvPicPr>
        <p:blipFill>
          <a:blip r:embed="rId2"/>
          <a:stretch>
            <a:fillRect/>
          </a:stretch>
        </p:blipFill>
        <p:spPr>
          <a:xfrm>
            <a:off x="6687908" y="1196690"/>
            <a:ext cx="4843692" cy="4464620"/>
          </a:xfrm>
          <a:prstGeom prst="roundRect">
            <a:avLst>
              <a:gd name="adj" fmla="val 60"/>
            </a:avLst>
          </a:prstGeom>
          <a:solidFill>
            <a:srgbClr val="FFFFFF">
              <a:shade val="85000"/>
            </a:srgbClr>
          </a:solidFill>
          <a:ln w="76200">
            <a:solidFill>
              <a:schemeClr val="accent5">
                <a:lumMod val="40000"/>
                <a:lumOff val="60000"/>
              </a:schemeClr>
            </a:solidFill>
          </a:ln>
          <a:effectLst>
            <a:reflection blurRad="12700" stA="38000" endPos="28000" dist="5000" dir="5400000" sy="-100000" algn="bl" rotWithShape="0"/>
          </a:effectLst>
        </p:spPr>
      </p:pic>
    </p:spTree>
    <p:extLst>
      <p:ext uri="{BB962C8B-B14F-4D97-AF65-F5344CB8AC3E}">
        <p14:creationId xmlns:p14="http://schemas.microsoft.com/office/powerpoint/2010/main" val="156904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5539BBA7-F46A-786D-6CB8-675C7A48774D}"/>
              </a:ext>
            </a:extLst>
          </p:cNvPr>
          <p:cNvSpPr>
            <a:spLocks noGrp="1"/>
          </p:cNvSpPr>
          <p:nvPr>
            <p:ph type="title"/>
          </p:nvPr>
        </p:nvSpPr>
        <p:spPr>
          <a:xfrm>
            <a:off x="974725" y="900949"/>
            <a:ext cx="10241280" cy="525272"/>
          </a:xfrm>
        </p:spPr>
        <p:txBody>
          <a:bodyPr/>
          <a:lstStyle/>
          <a:p>
            <a:r>
              <a:rPr lang="en-IN" sz="3600" b="1" dirty="0">
                <a:solidFill>
                  <a:schemeClr val="bg1"/>
                </a:solidFill>
              </a:rPr>
              <a:t>Amazon E-Commerce analysis</a:t>
            </a:r>
            <a:endParaRPr lang="en-US" dirty="0">
              <a:solidFill>
                <a:schemeClr val="bg1"/>
              </a:solidFill>
            </a:endParaRPr>
          </a:p>
        </p:txBody>
      </p:sp>
      <p:sp>
        <p:nvSpPr>
          <p:cNvPr id="6" name="Slide Number Placeholder 5">
            <a:extLst>
              <a:ext uri="{FF2B5EF4-FFF2-40B4-BE49-F238E27FC236}">
                <a16:creationId xmlns:a16="http://schemas.microsoft.com/office/drawing/2014/main" id="{1BFDF3FA-E37C-4F01-AB1A-E1179A1A74A2}"/>
              </a:ext>
            </a:extLst>
          </p:cNvPr>
          <p:cNvSpPr>
            <a:spLocks noGrp="1"/>
          </p:cNvSpPr>
          <p:nvPr>
            <p:ph type="sldNum" sz="quarter" idx="12"/>
          </p:nvPr>
        </p:nvSpPr>
        <p:spPr/>
        <p:txBody>
          <a:bodyPr/>
          <a:lstStyle/>
          <a:p>
            <a:fld id="{C01389E6-C847-4AD0-B56D-D205B2EAB1EE}" type="slidenum">
              <a:rPr lang="en-US" smtClean="0"/>
              <a:pPr/>
              <a:t>14</a:t>
            </a:fld>
            <a:endParaRPr lang="en-US" dirty="0"/>
          </a:p>
        </p:txBody>
      </p:sp>
      <p:sp>
        <p:nvSpPr>
          <p:cNvPr id="2" name="Title 1">
            <a:extLst>
              <a:ext uri="{FF2B5EF4-FFF2-40B4-BE49-F238E27FC236}">
                <a16:creationId xmlns:a16="http://schemas.microsoft.com/office/drawing/2014/main" id="{B6A04A2E-80E4-8025-CCC2-334991224856}"/>
              </a:ext>
            </a:extLst>
          </p:cNvPr>
          <p:cNvSpPr txBox="1">
            <a:spLocks/>
          </p:cNvSpPr>
          <p:nvPr/>
        </p:nvSpPr>
        <p:spPr>
          <a:xfrm>
            <a:off x="974725" y="300774"/>
            <a:ext cx="10241280" cy="525272"/>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a:lstStyle>
          <a:p>
            <a:pPr algn="ctr"/>
            <a:r>
              <a:rPr lang="en-IN" sz="4800" dirty="0">
                <a:solidFill>
                  <a:schemeClr val="bg1"/>
                </a:solidFill>
              </a:rPr>
              <a:t>dASHBOARD</a:t>
            </a:r>
            <a:endParaRPr lang="en-US" sz="4800" dirty="0">
              <a:solidFill>
                <a:schemeClr val="bg1"/>
              </a:solidFill>
            </a:endParaRPr>
          </a:p>
        </p:txBody>
      </p:sp>
      <p:pic>
        <p:nvPicPr>
          <p:cNvPr id="8" name="Picture 7">
            <a:extLst>
              <a:ext uri="{FF2B5EF4-FFF2-40B4-BE49-F238E27FC236}">
                <a16:creationId xmlns:a16="http://schemas.microsoft.com/office/drawing/2014/main" id="{C872C51D-2503-8939-3ED7-ADB1BBC6E168}"/>
              </a:ext>
            </a:extLst>
          </p:cNvPr>
          <p:cNvPicPr>
            <a:picLocks noChangeAspect="1"/>
          </p:cNvPicPr>
          <p:nvPr/>
        </p:nvPicPr>
        <p:blipFill>
          <a:blip r:embed="rId3"/>
          <a:stretch>
            <a:fillRect/>
          </a:stretch>
        </p:blipFill>
        <p:spPr>
          <a:xfrm>
            <a:off x="729309" y="1608784"/>
            <a:ext cx="10732112" cy="4930128"/>
          </a:xfrm>
          <a:prstGeom prst="rect">
            <a:avLst/>
          </a:prstGeom>
        </p:spPr>
      </p:pic>
    </p:spTree>
    <p:extLst>
      <p:ext uri="{BB962C8B-B14F-4D97-AF65-F5344CB8AC3E}">
        <p14:creationId xmlns:p14="http://schemas.microsoft.com/office/powerpoint/2010/main" val="2674603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5539BBA7-F46A-786D-6CB8-675C7A48774D}"/>
              </a:ext>
            </a:extLst>
          </p:cNvPr>
          <p:cNvSpPr>
            <a:spLocks noGrp="1"/>
          </p:cNvSpPr>
          <p:nvPr>
            <p:ph type="title"/>
          </p:nvPr>
        </p:nvSpPr>
        <p:spPr>
          <a:xfrm>
            <a:off x="975360" y="314020"/>
            <a:ext cx="10241280" cy="525272"/>
          </a:xfrm>
        </p:spPr>
        <p:txBody>
          <a:bodyPr/>
          <a:lstStyle/>
          <a:p>
            <a:pPr algn="ctr"/>
            <a:r>
              <a:rPr lang="en-IN" sz="3600" b="1" dirty="0">
                <a:solidFill>
                  <a:schemeClr val="bg1"/>
                </a:solidFill>
              </a:rPr>
              <a:t>Product Sales Overview</a:t>
            </a:r>
            <a:endParaRPr lang="en-US" dirty="0">
              <a:solidFill>
                <a:schemeClr val="bg1"/>
              </a:solidFill>
            </a:endParaRPr>
          </a:p>
        </p:txBody>
      </p:sp>
      <p:sp>
        <p:nvSpPr>
          <p:cNvPr id="6" name="Slide Number Placeholder 5">
            <a:extLst>
              <a:ext uri="{FF2B5EF4-FFF2-40B4-BE49-F238E27FC236}">
                <a16:creationId xmlns:a16="http://schemas.microsoft.com/office/drawing/2014/main" id="{1BFDF3FA-E37C-4F01-AB1A-E1179A1A74A2}"/>
              </a:ext>
            </a:extLst>
          </p:cNvPr>
          <p:cNvSpPr>
            <a:spLocks noGrp="1"/>
          </p:cNvSpPr>
          <p:nvPr>
            <p:ph type="sldNum" sz="quarter" idx="12"/>
          </p:nvPr>
        </p:nvSpPr>
        <p:spPr/>
        <p:txBody>
          <a:bodyPr/>
          <a:lstStyle/>
          <a:p>
            <a:fld id="{C01389E6-C847-4AD0-B56D-D205B2EAB1EE}" type="slidenum">
              <a:rPr lang="en-US" smtClean="0"/>
              <a:pPr/>
              <a:t>15</a:t>
            </a:fld>
            <a:endParaRPr lang="en-US" dirty="0"/>
          </a:p>
        </p:txBody>
      </p:sp>
      <p:pic>
        <p:nvPicPr>
          <p:cNvPr id="7" name="Picture 6">
            <a:extLst>
              <a:ext uri="{FF2B5EF4-FFF2-40B4-BE49-F238E27FC236}">
                <a16:creationId xmlns:a16="http://schemas.microsoft.com/office/drawing/2014/main" id="{168AF787-1E51-0382-779E-A4E18CF7C03B}"/>
              </a:ext>
            </a:extLst>
          </p:cNvPr>
          <p:cNvPicPr>
            <a:picLocks noChangeAspect="1"/>
          </p:cNvPicPr>
          <p:nvPr/>
        </p:nvPicPr>
        <p:blipFill>
          <a:blip r:embed="rId3"/>
          <a:stretch>
            <a:fillRect/>
          </a:stretch>
        </p:blipFill>
        <p:spPr>
          <a:xfrm>
            <a:off x="599080" y="1041401"/>
            <a:ext cx="11068664" cy="5368544"/>
          </a:xfrm>
          <a:prstGeom prst="rect">
            <a:avLst/>
          </a:prstGeom>
        </p:spPr>
      </p:pic>
    </p:spTree>
    <p:extLst>
      <p:ext uri="{BB962C8B-B14F-4D97-AF65-F5344CB8AC3E}">
        <p14:creationId xmlns:p14="http://schemas.microsoft.com/office/powerpoint/2010/main" val="4253392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5539BBA7-F46A-786D-6CB8-675C7A48774D}"/>
              </a:ext>
            </a:extLst>
          </p:cNvPr>
          <p:cNvSpPr>
            <a:spLocks noGrp="1"/>
          </p:cNvSpPr>
          <p:nvPr>
            <p:ph type="title"/>
          </p:nvPr>
        </p:nvSpPr>
        <p:spPr>
          <a:xfrm>
            <a:off x="974725" y="187020"/>
            <a:ext cx="10241280" cy="652272"/>
          </a:xfrm>
        </p:spPr>
        <p:txBody>
          <a:bodyPr/>
          <a:lstStyle/>
          <a:p>
            <a:pPr algn="ctr"/>
            <a:r>
              <a:rPr lang="en-IN" sz="3600" b="1" dirty="0">
                <a:solidFill>
                  <a:schemeClr val="bg1"/>
                </a:solidFill>
              </a:rPr>
              <a:t>Product Trends and details</a:t>
            </a:r>
            <a:endParaRPr lang="en-US" dirty="0">
              <a:solidFill>
                <a:schemeClr val="bg1"/>
              </a:solidFill>
            </a:endParaRPr>
          </a:p>
        </p:txBody>
      </p:sp>
      <p:sp>
        <p:nvSpPr>
          <p:cNvPr id="6" name="Slide Number Placeholder 5">
            <a:extLst>
              <a:ext uri="{FF2B5EF4-FFF2-40B4-BE49-F238E27FC236}">
                <a16:creationId xmlns:a16="http://schemas.microsoft.com/office/drawing/2014/main" id="{1BFDF3FA-E37C-4F01-AB1A-E1179A1A74A2}"/>
              </a:ext>
            </a:extLst>
          </p:cNvPr>
          <p:cNvSpPr>
            <a:spLocks noGrp="1"/>
          </p:cNvSpPr>
          <p:nvPr>
            <p:ph type="sldNum" sz="quarter" idx="12"/>
          </p:nvPr>
        </p:nvSpPr>
        <p:spPr/>
        <p:txBody>
          <a:bodyPr/>
          <a:lstStyle/>
          <a:p>
            <a:fld id="{C01389E6-C847-4AD0-B56D-D205B2EAB1EE}" type="slidenum">
              <a:rPr lang="en-US" smtClean="0"/>
              <a:pPr/>
              <a:t>16</a:t>
            </a:fld>
            <a:endParaRPr lang="en-US" dirty="0"/>
          </a:p>
        </p:txBody>
      </p:sp>
      <p:pic>
        <p:nvPicPr>
          <p:cNvPr id="9" name="Picture 8">
            <a:extLst>
              <a:ext uri="{FF2B5EF4-FFF2-40B4-BE49-F238E27FC236}">
                <a16:creationId xmlns:a16="http://schemas.microsoft.com/office/drawing/2014/main" id="{B727BEBF-6BA9-4B1F-25D0-309722844BED}"/>
              </a:ext>
            </a:extLst>
          </p:cNvPr>
          <p:cNvPicPr>
            <a:picLocks noChangeAspect="1"/>
          </p:cNvPicPr>
          <p:nvPr/>
        </p:nvPicPr>
        <p:blipFill>
          <a:blip r:embed="rId3"/>
          <a:stretch>
            <a:fillRect/>
          </a:stretch>
        </p:blipFill>
        <p:spPr>
          <a:xfrm>
            <a:off x="800100" y="961680"/>
            <a:ext cx="10515599" cy="5448264"/>
          </a:xfrm>
          <a:prstGeom prst="rect">
            <a:avLst/>
          </a:prstGeom>
        </p:spPr>
      </p:pic>
    </p:spTree>
    <p:extLst>
      <p:ext uri="{BB962C8B-B14F-4D97-AF65-F5344CB8AC3E}">
        <p14:creationId xmlns:p14="http://schemas.microsoft.com/office/powerpoint/2010/main" val="2270243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F0D58-25AA-4771-41E5-144B064DE2AA}"/>
              </a:ext>
            </a:extLst>
          </p:cNvPr>
          <p:cNvSpPr>
            <a:spLocks noGrp="1"/>
          </p:cNvSpPr>
          <p:nvPr>
            <p:ph type="title"/>
          </p:nvPr>
        </p:nvSpPr>
        <p:spPr>
          <a:xfrm>
            <a:off x="6619462" y="520505"/>
            <a:ext cx="5148469" cy="1463040"/>
          </a:xfrm>
        </p:spPr>
        <p:txBody>
          <a:bodyPr>
            <a:normAutofit/>
          </a:bodyPr>
          <a:lstStyle/>
          <a:p>
            <a:pPr marL="0" lvl="0" indent="0" algn="ctr" rtl="0">
              <a:spcBef>
                <a:spcPts val="0"/>
              </a:spcBef>
              <a:spcAft>
                <a:spcPts val="0"/>
              </a:spcAft>
              <a:buNone/>
            </a:pPr>
            <a:r>
              <a:rPr lang="en-US" sz="2400" dirty="0">
                <a:effectLst/>
              </a:rPr>
              <a:t>Strategic Recommendations</a:t>
            </a:r>
            <a:endParaRPr lang="en-GB" sz="4400" dirty="0">
              <a:solidFill>
                <a:schemeClr val="dk2"/>
              </a:solidFill>
            </a:endParaRPr>
          </a:p>
        </p:txBody>
      </p:sp>
      <p:sp>
        <p:nvSpPr>
          <p:cNvPr id="4" name="Slide Number Placeholder 3">
            <a:extLst>
              <a:ext uri="{FF2B5EF4-FFF2-40B4-BE49-F238E27FC236}">
                <a16:creationId xmlns:a16="http://schemas.microsoft.com/office/drawing/2014/main" id="{2ED001CD-F36F-2601-8FDD-1BC823CA26A9}"/>
              </a:ext>
            </a:extLst>
          </p:cNvPr>
          <p:cNvSpPr>
            <a:spLocks noGrp="1"/>
          </p:cNvSpPr>
          <p:nvPr>
            <p:ph type="sldNum" sz="quarter" idx="12"/>
          </p:nvPr>
        </p:nvSpPr>
        <p:spPr/>
        <p:txBody>
          <a:bodyPr/>
          <a:lstStyle/>
          <a:p>
            <a:fld id="{C01389E6-C847-4AD0-B56D-D205B2EAB1EE}" type="slidenum">
              <a:rPr lang="en-US" smtClean="0"/>
              <a:pPr/>
              <a:t>17</a:t>
            </a:fld>
            <a:endParaRPr lang="en-US" dirty="0"/>
          </a:p>
        </p:txBody>
      </p:sp>
      <p:sp>
        <p:nvSpPr>
          <p:cNvPr id="7" name="TextBox 6">
            <a:extLst>
              <a:ext uri="{FF2B5EF4-FFF2-40B4-BE49-F238E27FC236}">
                <a16:creationId xmlns:a16="http://schemas.microsoft.com/office/drawing/2014/main" id="{3B10FBC9-19C2-F83A-639C-7EAF80743C52}"/>
              </a:ext>
            </a:extLst>
          </p:cNvPr>
          <p:cNvSpPr txBox="1"/>
          <p:nvPr/>
        </p:nvSpPr>
        <p:spPr>
          <a:xfrm>
            <a:off x="892124" y="140258"/>
            <a:ext cx="5148469" cy="1354217"/>
          </a:xfrm>
          <a:prstGeom prst="rect">
            <a:avLst/>
          </a:prstGeom>
          <a:noFill/>
        </p:spPr>
        <p:txBody>
          <a:bodyPr wrap="square">
            <a:spAutoFit/>
          </a:bodyPr>
          <a:lstStyle/>
          <a:p>
            <a:pPr algn="l"/>
            <a:r>
              <a:rPr lang="en-US" b="1" dirty="0">
                <a:effectLst/>
              </a:rPr>
              <a:t>Targeted Marketing Strategies</a:t>
            </a:r>
          </a:p>
          <a:p>
            <a:pPr algn="l"/>
            <a:r>
              <a:rPr lang="en-US" sz="1600" b="0" u="none" strike="noStrike" dirty="0">
                <a:effectLst/>
                <a:latin typeface="Podkova"/>
              </a:rPr>
              <a:t>Leverage product ratings and regional sales data to tailor promotions.</a:t>
            </a:r>
          </a:p>
          <a:p>
            <a:pPr algn="l"/>
            <a:r>
              <a:rPr lang="en-US" sz="1600" b="0" u="none" strike="noStrike" dirty="0">
                <a:effectLst/>
                <a:latin typeface="Podkova"/>
              </a:rPr>
              <a:t>Focus on enhancing customer satisfaction through personalized marketing efforts.</a:t>
            </a:r>
          </a:p>
        </p:txBody>
      </p:sp>
      <p:sp>
        <p:nvSpPr>
          <p:cNvPr id="9" name="TextBox 8">
            <a:extLst>
              <a:ext uri="{FF2B5EF4-FFF2-40B4-BE49-F238E27FC236}">
                <a16:creationId xmlns:a16="http://schemas.microsoft.com/office/drawing/2014/main" id="{F79FA951-B8F9-E429-19CC-5825E8F33062}"/>
              </a:ext>
            </a:extLst>
          </p:cNvPr>
          <p:cNvSpPr txBox="1"/>
          <p:nvPr/>
        </p:nvSpPr>
        <p:spPr>
          <a:xfrm>
            <a:off x="892124" y="1494475"/>
            <a:ext cx="5187771" cy="1354217"/>
          </a:xfrm>
          <a:prstGeom prst="rect">
            <a:avLst/>
          </a:prstGeom>
          <a:noFill/>
        </p:spPr>
        <p:txBody>
          <a:bodyPr wrap="square">
            <a:spAutoFit/>
          </a:bodyPr>
          <a:lstStyle/>
          <a:p>
            <a:pPr algn="l"/>
            <a:r>
              <a:rPr lang="en-US" b="1" dirty="0">
                <a:effectLst/>
              </a:rPr>
              <a:t>Optimized Inventory Distribution</a:t>
            </a:r>
          </a:p>
          <a:p>
            <a:pPr algn="l"/>
            <a:r>
              <a:rPr lang="en-US" sz="1600" b="0" u="none" strike="noStrike" dirty="0">
                <a:effectLst/>
                <a:latin typeface="Podkova"/>
              </a:rPr>
              <a:t>Use zone-wise analysis to ensure stock availability in high-demand areas like Greater Accra.</a:t>
            </a:r>
          </a:p>
          <a:p>
            <a:pPr algn="l"/>
            <a:r>
              <a:rPr lang="en-US" sz="1600" b="0" u="none" strike="noStrike" dirty="0">
                <a:effectLst/>
                <a:latin typeface="Podkova"/>
              </a:rPr>
              <a:t>Address low-performing regions to balance inventory distribution effectively.</a:t>
            </a:r>
          </a:p>
        </p:txBody>
      </p:sp>
      <p:sp>
        <p:nvSpPr>
          <p:cNvPr id="11" name="TextBox 10">
            <a:extLst>
              <a:ext uri="{FF2B5EF4-FFF2-40B4-BE49-F238E27FC236}">
                <a16:creationId xmlns:a16="http://schemas.microsoft.com/office/drawing/2014/main" id="{E67F6E57-8DCB-CB66-5F44-F82A46F1928C}"/>
              </a:ext>
            </a:extLst>
          </p:cNvPr>
          <p:cNvSpPr txBox="1"/>
          <p:nvPr/>
        </p:nvSpPr>
        <p:spPr>
          <a:xfrm>
            <a:off x="908228" y="2813562"/>
            <a:ext cx="5187771" cy="1107996"/>
          </a:xfrm>
          <a:prstGeom prst="rect">
            <a:avLst/>
          </a:prstGeom>
          <a:noFill/>
        </p:spPr>
        <p:txBody>
          <a:bodyPr wrap="square">
            <a:spAutoFit/>
          </a:bodyPr>
          <a:lstStyle/>
          <a:p>
            <a:pPr algn="l"/>
            <a:r>
              <a:rPr lang="en-US" b="1" dirty="0">
                <a:effectLst/>
              </a:rPr>
              <a:t>Customer Loyalty Programs</a:t>
            </a:r>
          </a:p>
          <a:p>
            <a:pPr algn="l"/>
            <a:r>
              <a:rPr lang="en-US" sz="1600" b="0" u="none" strike="noStrike" dirty="0">
                <a:effectLst/>
                <a:latin typeface="Podkova"/>
              </a:rPr>
              <a:t>Segment programs by spending capacity to offer VIP perks, reward points, and cashback incentives.</a:t>
            </a:r>
          </a:p>
          <a:p>
            <a:pPr algn="l"/>
            <a:r>
              <a:rPr lang="en-US" sz="1600" b="0" u="none" strike="noStrike" dirty="0">
                <a:effectLst/>
                <a:latin typeface="Podkova"/>
              </a:rPr>
              <a:t>Boost customer retention through tailored loyalty initiatives.</a:t>
            </a:r>
          </a:p>
        </p:txBody>
      </p:sp>
      <p:sp>
        <p:nvSpPr>
          <p:cNvPr id="14" name="TextBox 13">
            <a:extLst>
              <a:ext uri="{FF2B5EF4-FFF2-40B4-BE49-F238E27FC236}">
                <a16:creationId xmlns:a16="http://schemas.microsoft.com/office/drawing/2014/main" id="{4CC34623-26B0-FFE8-E13B-3DB80C844C33}"/>
              </a:ext>
            </a:extLst>
          </p:cNvPr>
          <p:cNvSpPr txBox="1"/>
          <p:nvPr/>
        </p:nvSpPr>
        <p:spPr>
          <a:xfrm>
            <a:off x="908228" y="3893813"/>
            <a:ext cx="5291548" cy="1138773"/>
          </a:xfrm>
          <a:prstGeom prst="rect">
            <a:avLst/>
          </a:prstGeom>
          <a:noFill/>
        </p:spPr>
        <p:txBody>
          <a:bodyPr wrap="square">
            <a:spAutoFit/>
          </a:bodyPr>
          <a:lstStyle/>
          <a:p>
            <a:pPr algn="l"/>
            <a:r>
              <a:rPr lang="en-US" b="1" dirty="0">
                <a:effectLst/>
              </a:rPr>
              <a:t>Enhanced Delivery Efficiency</a:t>
            </a:r>
          </a:p>
          <a:p>
            <a:pPr algn="l"/>
            <a:r>
              <a:rPr lang="en-US" sz="1600" b="0" u="none" strike="noStrike" dirty="0">
                <a:effectLst/>
                <a:latin typeface="Podkova"/>
              </a:rPr>
              <a:t>Partner with faster carriers to improve delivery times.</a:t>
            </a:r>
          </a:p>
          <a:p>
            <a:pPr algn="l"/>
            <a:r>
              <a:rPr lang="en-US" sz="1600" b="0" u="none" strike="noStrike" dirty="0">
                <a:effectLst/>
                <a:latin typeface="Podkova"/>
              </a:rPr>
              <a:t>Enhance order tracking and prioritize express shipping during peak periods</a:t>
            </a:r>
            <a:r>
              <a:rPr lang="en-US" b="0" u="none" strike="noStrike" dirty="0">
                <a:effectLst/>
                <a:latin typeface="Podkova"/>
              </a:rPr>
              <a:t>.</a:t>
            </a:r>
          </a:p>
        </p:txBody>
      </p:sp>
      <p:pic>
        <p:nvPicPr>
          <p:cNvPr id="24" name="Picture 23" descr="A hand holding a sign&#10;&#10;AI-generated content may be incorrect.">
            <a:extLst>
              <a:ext uri="{FF2B5EF4-FFF2-40B4-BE49-F238E27FC236}">
                <a16:creationId xmlns:a16="http://schemas.microsoft.com/office/drawing/2014/main" id="{4D04CF58-28A0-EBD7-8370-980B895153AF}"/>
              </a:ext>
            </a:extLst>
          </p:cNvPr>
          <p:cNvPicPr>
            <a:picLocks noChangeAspect="1"/>
          </p:cNvPicPr>
          <p:nvPr/>
        </p:nvPicPr>
        <p:blipFill>
          <a:blip r:embed="rId2"/>
          <a:stretch>
            <a:fillRect/>
          </a:stretch>
        </p:blipFill>
        <p:spPr>
          <a:xfrm>
            <a:off x="6240193" y="2752057"/>
            <a:ext cx="5784250" cy="2884495"/>
          </a:xfrm>
          <a:prstGeom prst="rect">
            <a:avLst/>
          </a:prstGeom>
        </p:spPr>
      </p:pic>
      <p:sp>
        <p:nvSpPr>
          <p:cNvPr id="5" name="TextBox 4">
            <a:extLst>
              <a:ext uri="{FF2B5EF4-FFF2-40B4-BE49-F238E27FC236}">
                <a16:creationId xmlns:a16="http://schemas.microsoft.com/office/drawing/2014/main" id="{2D1A1FF1-5291-7C9B-FB17-66D2F7940617}"/>
              </a:ext>
            </a:extLst>
          </p:cNvPr>
          <p:cNvSpPr txBox="1"/>
          <p:nvPr/>
        </p:nvSpPr>
        <p:spPr>
          <a:xfrm>
            <a:off x="908228" y="4985172"/>
            <a:ext cx="5171667" cy="1631216"/>
          </a:xfrm>
          <a:prstGeom prst="rect">
            <a:avLst/>
          </a:prstGeom>
          <a:noFill/>
        </p:spPr>
        <p:txBody>
          <a:bodyPr wrap="square">
            <a:spAutoFit/>
          </a:bodyPr>
          <a:lstStyle/>
          <a:p>
            <a:r>
              <a:rPr lang="en-US" b="1" dirty="0">
                <a:effectLst/>
              </a:rPr>
              <a:t>Addressing Product Returns</a:t>
            </a:r>
          </a:p>
          <a:p>
            <a:pPr algn="l"/>
            <a:r>
              <a:rPr lang="en-US" sz="1600" b="0" u="none" strike="noStrike" dirty="0">
                <a:effectLst/>
                <a:latin typeface="Podkova"/>
              </a:rPr>
              <a:t>Strengthen quality control to reduce defects and mismatches.</a:t>
            </a:r>
          </a:p>
          <a:p>
            <a:pPr algn="l"/>
            <a:r>
              <a:rPr lang="en-US" sz="1600" b="0" u="none" strike="noStrike" dirty="0">
                <a:effectLst/>
                <a:latin typeface="Podkova"/>
              </a:rPr>
              <a:t>Improve product descriptions and streamline packaging processes to minimize returns.</a:t>
            </a:r>
          </a:p>
          <a:p>
            <a:endParaRPr lang="en-US" dirty="0"/>
          </a:p>
        </p:txBody>
      </p:sp>
      <p:pic>
        <p:nvPicPr>
          <p:cNvPr id="8" name="Graphic 7" descr="Bullseye with solid fill">
            <a:extLst>
              <a:ext uri="{FF2B5EF4-FFF2-40B4-BE49-F238E27FC236}">
                <a16:creationId xmlns:a16="http://schemas.microsoft.com/office/drawing/2014/main" id="{57A38B53-4ED7-0DE9-8E01-F03FED253C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535" y="140258"/>
            <a:ext cx="819693" cy="819693"/>
          </a:xfrm>
          <a:prstGeom prst="rect">
            <a:avLst/>
          </a:prstGeom>
        </p:spPr>
      </p:pic>
      <p:pic>
        <p:nvPicPr>
          <p:cNvPr id="12" name="Graphic 11" descr="Cursor with solid fill">
            <a:extLst>
              <a:ext uri="{FF2B5EF4-FFF2-40B4-BE49-F238E27FC236}">
                <a16:creationId xmlns:a16="http://schemas.microsoft.com/office/drawing/2014/main" id="{77032447-3D09-DE85-B728-36683A2628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114" y="1481775"/>
            <a:ext cx="815536" cy="815536"/>
          </a:xfrm>
          <a:prstGeom prst="rect">
            <a:avLst/>
          </a:prstGeom>
        </p:spPr>
      </p:pic>
      <p:pic>
        <p:nvPicPr>
          <p:cNvPr id="15" name="Graphic 14" descr="Briefcase with solid fill">
            <a:extLst>
              <a:ext uri="{FF2B5EF4-FFF2-40B4-BE49-F238E27FC236}">
                <a16:creationId xmlns:a16="http://schemas.microsoft.com/office/drawing/2014/main" id="{3579D887-AD09-4DFC-6EC2-8E3BFB2D3B2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8422" y="2800862"/>
            <a:ext cx="717038" cy="717038"/>
          </a:xfrm>
          <a:prstGeom prst="rect">
            <a:avLst/>
          </a:prstGeom>
        </p:spPr>
      </p:pic>
      <p:pic>
        <p:nvPicPr>
          <p:cNvPr id="19" name="Graphic 18" descr="Truck with solid fill">
            <a:extLst>
              <a:ext uri="{FF2B5EF4-FFF2-40B4-BE49-F238E27FC236}">
                <a16:creationId xmlns:a16="http://schemas.microsoft.com/office/drawing/2014/main" id="{AD1E631A-2ADF-2419-BAB8-2B0E7028AF7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093" y="3908858"/>
            <a:ext cx="748718" cy="748718"/>
          </a:xfrm>
          <a:prstGeom prst="rect">
            <a:avLst/>
          </a:prstGeom>
        </p:spPr>
      </p:pic>
      <p:pic>
        <p:nvPicPr>
          <p:cNvPr id="23" name="Graphic 22" descr="Checkmark with solid fill">
            <a:extLst>
              <a:ext uri="{FF2B5EF4-FFF2-40B4-BE49-F238E27FC236}">
                <a16:creationId xmlns:a16="http://schemas.microsoft.com/office/drawing/2014/main" id="{F8CD4EB5-1A25-03F2-3BC6-4BFDFD06C95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7383" y="5035195"/>
            <a:ext cx="776697" cy="776697"/>
          </a:xfrm>
          <a:prstGeom prst="rect">
            <a:avLst/>
          </a:prstGeom>
        </p:spPr>
      </p:pic>
    </p:spTree>
    <p:extLst>
      <p:ext uri="{BB962C8B-B14F-4D97-AF65-F5344CB8AC3E}">
        <p14:creationId xmlns:p14="http://schemas.microsoft.com/office/powerpoint/2010/main" val="2225773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oogle Shape;193;p20">
            <a:extLst>
              <a:ext uri="{FF2B5EF4-FFF2-40B4-BE49-F238E27FC236}">
                <a16:creationId xmlns:a16="http://schemas.microsoft.com/office/drawing/2014/main" id="{8DACF026-5351-B016-078C-878D49A7FF0E}"/>
              </a:ext>
            </a:extLst>
          </p:cNvPr>
          <p:cNvPicPr preferRelativeResize="0"/>
          <p:nvPr/>
        </p:nvPicPr>
        <p:blipFill rotWithShape="1">
          <a:blip r:embed="rId2">
            <a:alphaModFix/>
            <a:duotone>
              <a:schemeClr val="accent4">
                <a:shade val="45000"/>
                <a:satMod val="135000"/>
              </a:schemeClr>
              <a:prstClr val="white"/>
            </a:duotone>
          </a:blip>
          <a:srcRect/>
          <a:stretch/>
        </p:blipFill>
        <p:spPr>
          <a:xfrm>
            <a:off x="631025" y="721800"/>
            <a:ext cx="10929950" cy="5414400"/>
          </a:xfrm>
          <a:prstGeom prst="rect">
            <a:avLst/>
          </a:prstGeom>
          <a:noFill/>
          <a:ln>
            <a:noFill/>
          </a:ln>
        </p:spPr>
      </p:pic>
    </p:spTree>
    <p:extLst>
      <p:ext uri="{BB962C8B-B14F-4D97-AF65-F5344CB8AC3E}">
        <p14:creationId xmlns:p14="http://schemas.microsoft.com/office/powerpoint/2010/main" val="228037264"/>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E020DDD3-DDF8-4D0B-9E2A-B5DEFDF01E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88D8A8-6649-44E8-BF8C-735A193CAF3D}">
  <ds:schemaRefs>
    <ds:schemaRef ds:uri="http://schemas.microsoft.com/sharepoint/v3/contenttype/forms"/>
  </ds:schemaRefs>
</ds:datastoreItem>
</file>

<file path=customXml/itemProps3.xml><?xml version="1.0" encoding="utf-8"?>
<ds:datastoreItem xmlns:ds="http://schemas.openxmlformats.org/officeDocument/2006/customXml" ds:itemID="{50A7445E-EF73-4976-B9D7-E7A3C6566F8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Ion Boardroom</Template>
  <TotalTime>118</TotalTime>
  <Words>1056</Words>
  <Application>Microsoft Office PowerPoint</Application>
  <PresentationFormat>Widescreen</PresentationFormat>
  <Paragraphs>121</Paragraphs>
  <Slides>18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Corbel</vt:lpstr>
      <vt:lpstr>Lato</vt:lpstr>
      <vt:lpstr>Podkova</vt:lpstr>
      <vt:lpstr>Wingdings</vt:lpstr>
      <vt:lpstr>Depth</vt:lpstr>
      <vt:lpstr>Amazon E-Commerce Analysis</vt:lpstr>
      <vt:lpstr>Agenda</vt:lpstr>
      <vt:lpstr>Problem Statement You are working as a business analyst at Amazon, a company currently performing well. The stakeholders wish to maintain this level of performance and seek improvement. For this purpose, they want to devise new strategies. You are part of a team exploring new ways to benefit customers, such as offering more discounts and Prime membership perks. Could you suggest additional methods to identify and reward customers and enhance their shopping experience?</vt:lpstr>
      <vt:lpstr>The image above displays details about E-Commerce data, including:</vt:lpstr>
      <vt:lpstr>The image above displays details about E-Commerce data, including: (Cont..)</vt:lpstr>
      <vt:lpstr>Data Cleaning and Preparation</vt:lpstr>
      <vt:lpstr>Key Metrics</vt:lpstr>
      <vt:lpstr>PowerPoint Presentation</vt:lpstr>
      <vt:lpstr>PowerPoint Presentation</vt:lpstr>
      <vt:lpstr>PowerPoint Presentation</vt:lpstr>
      <vt:lpstr>PowerPoint Presentation</vt:lpstr>
      <vt:lpstr>PowerPoint Presentation</vt:lpstr>
      <vt:lpstr>PowerPoint Presentation</vt:lpstr>
      <vt:lpstr>Amazon E-Commerce analysis</vt:lpstr>
      <vt:lpstr>Product Sales Overview</vt:lpstr>
      <vt:lpstr>Product Trends and details</vt:lpstr>
      <vt:lpstr>Strategic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5</cp:revision>
  <dcterms:created xsi:type="dcterms:W3CDTF">2025-10-26T12:12:44Z</dcterms:created>
  <dcterms:modified xsi:type="dcterms:W3CDTF">2025-11-24T17:47:07Z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